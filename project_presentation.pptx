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2"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Lst>
  <p:sldSz cy="5143500" cx="9144000"/>
  <p:notesSz cx="6858000" cy="9144000"/>
  <p:embeddedFontLst>
    <p:embeddedFont>
      <p:font typeface="Fira Sans Extra Condensed Medium"/>
      <p:regular r:id="rId22"/>
      <p:bold r:id="rId23"/>
      <p:italic r:id="rId24"/>
      <p:boldItalic r:id="rId25"/>
    </p:embeddedFont>
    <p:embeddedFont>
      <p:font typeface="Righteous"/>
      <p:regular r:id="rId26"/>
    </p:embeddedFont>
    <p:embeddedFont>
      <p:font typeface="Squada One"/>
      <p:regular r:id="rId27"/>
    </p:embeddedFont>
    <p:embeddedFont>
      <p:font typeface="Roboto Condensed Light"/>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font" Target="fonts/FiraSansExtraCondensedMedium-regular.fntdata"/><Relationship Id="rId21" Type="http://schemas.openxmlformats.org/officeDocument/2006/relationships/slide" Target="slides/slide17.xml"/><Relationship Id="rId24" Type="http://schemas.openxmlformats.org/officeDocument/2006/relationships/font" Target="fonts/FiraSansExtraCondensedMedium-italic.fntdata"/><Relationship Id="rId23" Type="http://schemas.openxmlformats.org/officeDocument/2006/relationships/font" Target="fonts/FiraSansExtraCondensedMedium-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Righteous-regular.fntdata"/><Relationship Id="rId25" Type="http://schemas.openxmlformats.org/officeDocument/2006/relationships/font" Target="fonts/FiraSansExtraCondensedMedium-boldItalic.fntdata"/><Relationship Id="rId28" Type="http://schemas.openxmlformats.org/officeDocument/2006/relationships/font" Target="fonts/RobotoCondensedLight-regular.fntdata"/><Relationship Id="rId27" Type="http://schemas.openxmlformats.org/officeDocument/2006/relationships/font" Target="fonts/SquadaOne-regular.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RobotoCondensedLight-bold.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RobotoCondensedLight-boldItalic.fntdata"/><Relationship Id="rId30" Type="http://schemas.openxmlformats.org/officeDocument/2006/relationships/font" Target="fonts/RobotoCondensedLight-italic.fnt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55d2cabac8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55d2cabac8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557095241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557095241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2a1ca37011c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2a1ca37011c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2a1ca37011c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2a1ca37011c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2a1ca37011c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2a1ca37011c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2a1ca37011c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2a1ca37011c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2a1ca37011c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2a1ca37011c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2a1ca37011c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2a1ca37011c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2a1ca37011c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2a1ca37011c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2a1ca37011c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2a1ca37011c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2a1ca37011c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2a1ca37011c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2a1ca37011c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2a1ca37011c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2a1ca37011c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2a1ca37011c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2a1ca37011c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2a1ca37011c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2a1ca37011c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2a1ca37011c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2a1ca37011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2a1ca37011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55e7858a94_0_5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55e7858a94_0_5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TITLE OPENING" type="title">
  <p:cSld name="TITLE">
    <p:bg>
      <p:bgPr>
        <a:gradFill>
          <a:gsLst>
            <a:gs pos="0">
              <a:srgbClr val="88D3CE"/>
            </a:gs>
            <a:gs pos="100000">
              <a:srgbClr val="423864"/>
            </a:gs>
          </a:gsLst>
          <a:lin ang="5400700" scaled="0"/>
        </a:gradFill>
      </p:bgPr>
    </p:bg>
    <p:spTree>
      <p:nvGrpSpPr>
        <p:cNvPr id="9" name="Shape 9"/>
        <p:cNvGrpSpPr/>
        <p:nvPr/>
      </p:nvGrpSpPr>
      <p:grpSpPr>
        <a:xfrm>
          <a:off x="0" y="0"/>
          <a:ext cx="0" cy="0"/>
          <a:chOff x="0" y="0"/>
          <a:chExt cx="0" cy="0"/>
        </a:xfrm>
      </p:grpSpPr>
      <p:sp>
        <p:nvSpPr>
          <p:cNvPr id="10" name="Google Shape;10;p2"/>
          <p:cNvSpPr txBox="1"/>
          <p:nvPr>
            <p:ph type="ctrTitle"/>
          </p:nvPr>
        </p:nvSpPr>
        <p:spPr>
          <a:xfrm flipH="1">
            <a:off x="1375550" y="3092475"/>
            <a:ext cx="6393000" cy="6705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6000"/>
              <a:buNone/>
              <a:defRPr sz="6000">
                <a:solidFill>
                  <a:srgbClr val="FFFFFF"/>
                </a:solidFill>
              </a:defRPr>
            </a:lvl1pPr>
            <a:lvl2pPr lvl="1" rtl="0" algn="ctr">
              <a:spcBef>
                <a:spcPts val="0"/>
              </a:spcBef>
              <a:spcAft>
                <a:spcPts val="0"/>
              </a:spcAft>
              <a:buClr>
                <a:srgbClr val="FFFFFF"/>
              </a:buClr>
              <a:buSzPts val="5200"/>
              <a:buNone/>
              <a:defRPr sz="5200">
                <a:solidFill>
                  <a:srgbClr val="FFFFFF"/>
                </a:solidFill>
              </a:defRPr>
            </a:lvl2pPr>
            <a:lvl3pPr lvl="2" rtl="0" algn="ctr">
              <a:spcBef>
                <a:spcPts val="0"/>
              </a:spcBef>
              <a:spcAft>
                <a:spcPts val="0"/>
              </a:spcAft>
              <a:buClr>
                <a:srgbClr val="FFFFFF"/>
              </a:buClr>
              <a:buSzPts val="5200"/>
              <a:buNone/>
              <a:defRPr sz="5200">
                <a:solidFill>
                  <a:srgbClr val="FFFFFF"/>
                </a:solidFill>
              </a:defRPr>
            </a:lvl3pPr>
            <a:lvl4pPr lvl="3" rtl="0" algn="ctr">
              <a:spcBef>
                <a:spcPts val="0"/>
              </a:spcBef>
              <a:spcAft>
                <a:spcPts val="0"/>
              </a:spcAft>
              <a:buClr>
                <a:srgbClr val="FFFFFF"/>
              </a:buClr>
              <a:buSzPts val="5200"/>
              <a:buNone/>
              <a:defRPr sz="5200">
                <a:solidFill>
                  <a:srgbClr val="FFFFFF"/>
                </a:solidFill>
              </a:defRPr>
            </a:lvl4pPr>
            <a:lvl5pPr lvl="4" rtl="0" algn="ctr">
              <a:spcBef>
                <a:spcPts val="0"/>
              </a:spcBef>
              <a:spcAft>
                <a:spcPts val="0"/>
              </a:spcAft>
              <a:buClr>
                <a:srgbClr val="FFFFFF"/>
              </a:buClr>
              <a:buSzPts val="5200"/>
              <a:buNone/>
              <a:defRPr sz="5200">
                <a:solidFill>
                  <a:srgbClr val="FFFFFF"/>
                </a:solidFill>
              </a:defRPr>
            </a:lvl5pPr>
            <a:lvl6pPr lvl="5" rtl="0" algn="ctr">
              <a:spcBef>
                <a:spcPts val="0"/>
              </a:spcBef>
              <a:spcAft>
                <a:spcPts val="0"/>
              </a:spcAft>
              <a:buClr>
                <a:srgbClr val="FFFFFF"/>
              </a:buClr>
              <a:buSzPts val="5200"/>
              <a:buNone/>
              <a:defRPr sz="5200">
                <a:solidFill>
                  <a:srgbClr val="FFFFFF"/>
                </a:solidFill>
              </a:defRPr>
            </a:lvl6pPr>
            <a:lvl7pPr lvl="6" rtl="0" algn="ctr">
              <a:spcBef>
                <a:spcPts val="0"/>
              </a:spcBef>
              <a:spcAft>
                <a:spcPts val="0"/>
              </a:spcAft>
              <a:buClr>
                <a:srgbClr val="FFFFFF"/>
              </a:buClr>
              <a:buSzPts val="5200"/>
              <a:buNone/>
              <a:defRPr sz="5200">
                <a:solidFill>
                  <a:srgbClr val="FFFFFF"/>
                </a:solidFill>
              </a:defRPr>
            </a:lvl7pPr>
            <a:lvl8pPr lvl="7" rtl="0" algn="ctr">
              <a:spcBef>
                <a:spcPts val="0"/>
              </a:spcBef>
              <a:spcAft>
                <a:spcPts val="0"/>
              </a:spcAft>
              <a:buClr>
                <a:srgbClr val="FFFFFF"/>
              </a:buClr>
              <a:buSzPts val="5200"/>
              <a:buNone/>
              <a:defRPr sz="5200">
                <a:solidFill>
                  <a:srgbClr val="FFFFFF"/>
                </a:solidFill>
              </a:defRPr>
            </a:lvl8pPr>
            <a:lvl9pPr lvl="8" rtl="0" algn="ctr">
              <a:spcBef>
                <a:spcPts val="0"/>
              </a:spcBef>
              <a:spcAft>
                <a:spcPts val="0"/>
              </a:spcAft>
              <a:buClr>
                <a:srgbClr val="FFFFFF"/>
              </a:buClr>
              <a:buSzPts val="5200"/>
              <a:buNone/>
              <a:defRPr sz="5200">
                <a:solidFill>
                  <a:srgbClr val="FFFFFF"/>
                </a:solidFill>
              </a:defRPr>
            </a:lvl9pPr>
          </a:lstStyle>
          <a:p/>
        </p:txBody>
      </p:sp>
      <p:sp>
        <p:nvSpPr>
          <p:cNvPr id="11" name="Google Shape;11;p2"/>
          <p:cNvSpPr txBox="1"/>
          <p:nvPr>
            <p:ph idx="1" type="subTitle"/>
          </p:nvPr>
        </p:nvSpPr>
        <p:spPr>
          <a:xfrm flipH="1">
            <a:off x="2750257" y="3636375"/>
            <a:ext cx="3643500" cy="670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1400"/>
              <a:buNone/>
              <a:defRPr sz="1400">
                <a:solidFill>
                  <a:srgbClr val="FFFFFF"/>
                </a:solidFill>
              </a:defRPr>
            </a:lvl1pPr>
            <a:lvl2pPr lvl="1" rtl="0" algn="ctr">
              <a:lnSpc>
                <a:spcPct val="100000"/>
              </a:lnSpc>
              <a:spcBef>
                <a:spcPts val="0"/>
              </a:spcBef>
              <a:spcAft>
                <a:spcPts val="0"/>
              </a:spcAft>
              <a:buClr>
                <a:srgbClr val="FFFFFF"/>
              </a:buClr>
              <a:buSzPts val="1400"/>
              <a:buNone/>
              <a:defRPr sz="1400">
                <a:solidFill>
                  <a:srgbClr val="FFFFFF"/>
                </a:solidFill>
              </a:defRPr>
            </a:lvl2pPr>
            <a:lvl3pPr lvl="2" rtl="0" algn="ctr">
              <a:lnSpc>
                <a:spcPct val="100000"/>
              </a:lnSpc>
              <a:spcBef>
                <a:spcPts val="0"/>
              </a:spcBef>
              <a:spcAft>
                <a:spcPts val="0"/>
              </a:spcAft>
              <a:buClr>
                <a:srgbClr val="FFFFFF"/>
              </a:buClr>
              <a:buSzPts val="1400"/>
              <a:buNone/>
              <a:defRPr sz="1400">
                <a:solidFill>
                  <a:srgbClr val="FFFFFF"/>
                </a:solidFill>
              </a:defRPr>
            </a:lvl3pPr>
            <a:lvl4pPr lvl="3" rtl="0" algn="ctr">
              <a:lnSpc>
                <a:spcPct val="100000"/>
              </a:lnSpc>
              <a:spcBef>
                <a:spcPts val="0"/>
              </a:spcBef>
              <a:spcAft>
                <a:spcPts val="0"/>
              </a:spcAft>
              <a:buClr>
                <a:srgbClr val="FFFFFF"/>
              </a:buClr>
              <a:buSzPts val="1400"/>
              <a:buNone/>
              <a:defRPr sz="1400">
                <a:solidFill>
                  <a:srgbClr val="FFFFFF"/>
                </a:solidFill>
              </a:defRPr>
            </a:lvl4pPr>
            <a:lvl5pPr lvl="4" rtl="0" algn="ctr">
              <a:lnSpc>
                <a:spcPct val="100000"/>
              </a:lnSpc>
              <a:spcBef>
                <a:spcPts val="0"/>
              </a:spcBef>
              <a:spcAft>
                <a:spcPts val="0"/>
              </a:spcAft>
              <a:buClr>
                <a:srgbClr val="FFFFFF"/>
              </a:buClr>
              <a:buSzPts val="1400"/>
              <a:buNone/>
              <a:defRPr sz="1400">
                <a:solidFill>
                  <a:srgbClr val="FFFFFF"/>
                </a:solidFill>
              </a:defRPr>
            </a:lvl5pPr>
            <a:lvl6pPr lvl="5" rtl="0" algn="ctr">
              <a:lnSpc>
                <a:spcPct val="100000"/>
              </a:lnSpc>
              <a:spcBef>
                <a:spcPts val="0"/>
              </a:spcBef>
              <a:spcAft>
                <a:spcPts val="0"/>
              </a:spcAft>
              <a:buClr>
                <a:srgbClr val="FFFFFF"/>
              </a:buClr>
              <a:buSzPts val="1400"/>
              <a:buNone/>
              <a:defRPr sz="1400">
                <a:solidFill>
                  <a:srgbClr val="FFFFFF"/>
                </a:solidFill>
              </a:defRPr>
            </a:lvl6pPr>
            <a:lvl7pPr lvl="6" rtl="0" algn="ctr">
              <a:lnSpc>
                <a:spcPct val="100000"/>
              </a:lnSpc>
              <a:spcBef>
                <a:spcPts val="0"/>
              </a:spcBef>
              <a:spcAft>
                <a:spcPts val="0"/>
              </a:spcAft>
              <a:buClr>
                <a:srgbClr val="FFFFFF"/>
              </a:buClr>
              <a:buSzPts val="1400"/>
              <a:buNone/>
              <a:defRPr sz="1400">
                <a:solidFill>
                  <a:srgbClr val="FFFFFF"/>
                </a:solidFill>
              </a:defRPr>
            </a:lvl7pPr>
            <a:lvl8pPr lvl="7" rtl="0" algn="ctr">
              <a:lnSpc>
                <a:spcPct val="100000"/>
              </a:lnSpc>
              <a:spcBef>
                <a:spcPts val="0"/>
              </a:spcBef>
              <a:spcAft>
                <a:spcPts val="0"/>
              </a:spcAft>
              <a:buClr>
                <a:srgbClr val="FFFFFF"/>
              </a:buClr>
              <a:buSzPts val="1400"/>
              <a:buNone/>
              <a:defRPr sz="1400">
                <a:solidFill>
                  <a:srgbClr val="FFFFFF"/>
                </a:solidFill>
              </a:defRPr>
            </a:lvl8pPr>
            <a:lvl9pPr lvl="8" rtl="0" algn="ctr">
              <a:lnSpc>
                <a:spcPct val="100000"/>
              </a:lnSpc>
              <a:spcBef>
                <a:spcPts val="0"/>
              </a:spcBef>
              <a:spcAft>
                <a:spcPts val="0"/>
              </a:spcAft>
              <a:buClr>
                <a:srgbClr val="FFFFFF"/>
              </a:buClr>
              <a:buSzPts val="1400"/>
              <a:buNone/>
              <a:defRPr sz="1400">
                <a:solidFill>
                  <a:srgbClr val="FFFFFF"/>
                </a:solidFill>
              </a:defRPr>
            </a:lvl9pPr>
          </a:lstStyle>
          <a:p/>
        </p:txBody>
      </p:sp>
      <p:pic>
        <p:nvPicPr>
          <p:cNvPr id="12" name="Google Shape;12;p2"/>
          <p:cNvPicPr preferRelativeResize="0"/>
          <p:nvPr/>
        </p:nvPicPr>
        <p:blipFill>
          <a:blip r:embed="rId2">
            <a:alphaModFix/>
          </a:blip>
          <a:stretch>
            <a:fillRect/>
          </a:stretch>
        </p:blipFill>
        <p:spPr>
          <a:xfrm>
            <a:off x="63" y="-399756"/>
            <a:ext cx="9144000" cy="4369387"/>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_1">
    <p:bg>
      <p:bgPr>
        <a:gradFill>
          <a:gsLst>
            <a:gs pos="0">
              <a:srgbClr val="88D3CE"/>
            </a:gs>
            <a:gs pos="100000">
              <a:srgbClr val="423864"/>
            </a:gs>
          </a:gsLst>
          <a:lin ang="5400700" scaled="0"/>
        </a:gradFill>
      </p:bgPr>
    </p:bg>
    <p:spTree>
      <p:nvGrpSpPr>
        <p:cNvPr id="13" name="Shape 13"/>
        <p:cNvGrpSpPr/>
        <p:nvPr/>
      </p:nvGrpSpPr>
      <p:grpSpPr>
        <a:xfrm>
          <a:off x="0" y="0"/>
          <a:ext cx="0" cy="0"/>
          <a:chOff x="0" y="0"/>
          <a:chExt cx="0" cy="0"/>
        </a:xfrm>
      </p:grpSpPr>
      <p:sp>
        <p:nvSpPr>
          <p:cNvPr id="14" name="Google Shape;14;p3"/>
          <p:cNvSpPr txBox="1"/>
          <p:nvPr>
            <p:ph type="ctrTitle"/>
          </p:nvPr>
        </p:nvSpPr>
        <p:spPr>
          <a:xfrm>
            <a:off x="1690457" y="2040013"/>
            <a:ext cx="26292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1400"/>
              <a:buNone/>
              <a:defRPr sz="1400">
                <a:solidFill>
                  <a:srgbClr val="FFFFFF"/>
                </a:solidFill>
              </a:defRPr>
            </a:lvl1pPr>
            <a:lvl2pPr lvl="1" rtl="0" algn="ctr">
              <a:spcBef>
                <a:spcPts val="0"/>
              </a:spcBef>
              <a:spcAft>
                <a:spcPts val="0"/>
              </a:spcAft>
              <a:buClr>
                <a:srgbClr val="FFFFFF"/>
              </a:buClr>
              <a:buSzPts val="1800"/>
              <a:buNone/>
              <a:defRPr sz="1800">
                <a:solidFill>
                  <a:srgbClr val="FFFFFF"/>
                </a:solidFill>
              </a:defRPr>
            </a:lvl2pPr>
            <a:lvl3pPr lvl="2" rtl="0" algn="ctr">
              <a:spcBef>
                <a:spcPts val="0"/>
              </a:spcBef>
              <a:spcAft>
                <a:spcPts val="0"/>
              </a:spcAft>
              <a:buClr>
                <a:srgbClr val="FFFFFF"/>
              </a:buClr>
              <a:buSzPts val="1800"/>
              <a:buNone/>
              <a:defRPr sz="1800">
                <a:solidFill>
                  <a:srgbClr val="FFFFFF"/>
                </a:solidFill>
              </a:defRPr>
            </a:lvl3pPr>
            <a:lvl4pPr lvl="3" rtl="0" algn="ctr">
              <a:spcBef>
                <a:spcPts val="0"/>
              </a:spcBef>
              <a:spcAft>
                <a:spcPts val="0"/>
              </a:spcAft>
              <a:buClr>
                <a:srgbClr val="FFFFFF"/>
              </a:buClr>
              <a:buSzPts val="1800"/>
              <a:buNone/>
              <a:defRPr sz="1800">
                <a:solidFill>
                  <a:srgbClr val="FFFFFF"/>
                </a:solidFill>
              </a:defRPr>
            </a:lvl4pPr>
            <a:lvl5pPr lvl="4" rtl="0" algn="ctr">
              <a:spcBef>
                <a:spcPts val="0"/>
              </a:spcBef>
              <a:spcAft>
                <a:spcPts val="0"/>
              </a:spcAft>
              <a:buClr>
                <a:srgbClr val="FFFFFF"/>
              </a:buClr>
              <a:buSzPts val="1800"/>
              <a:buNone/>
              <a:defRPr sz="1800">
                <a:solidFill>
                  <a:srgbClr val="FFFFFF"/>
                </a:solidFill>
              </a:defRPr>
            </a:lvl5pPr>
            <a:lvl6pPr lvl="5" rtl="0" algn="ctr">
              <a:spcBef>
                <a:spcPts val="0"/>
              </a:spcBef>
              <a:spcAft>
                <a:spcPts val="0"/>
              </a:spcAft>
              <a:buClr>
                <a:srgbClr val="FFFFFF"/>
              </a:buClr>
              <a:buSzPts val="1800"/>
              <a:buNone/>
              <a:defRPr sz="1800">
                <a:solidFill>
                  <a:srgbClr val="FFFFFF"/>
                </a:solidFill>
              </a:defRPr>
            </a:lvl6pPr>
            <a:lvl7pPr lvl="6" rtl="0" algn="ctr">
              <a:spcBef>
                <a:spcPts val="0"/>
              </a:spcBef>
              <a:spcAft>
                <a:spcPts val="0"/>
              </a:spcAft>
              <a:buClr>
                <a:srgbClr val="FFFFFF"/>
              </a:buClr>
              <a:buSzPts val="1800"/>
              <a:buNone/>
              <a:defRPr sz="1800">
                <a:solidFill>
                  <a:srgbClr val="FFFFFF"/>
                </a:solidFill>
              </a:defRPr>
            </a:lvl7pPr>
            <a:lvl8pPr lvl="7" rtl="0" algn="ctr">
              <a:spcBef>
                <a:spcPts val="0"/>
              </a:spcBef>
              <a:spcAft>
                <a:spcPts val="0"/>
              </a:spcAft>
              <a:buClr>
                <a:srgbClr val="FFFFFF"/>
              </a:buClr>
              <a:buSzPts val="1800"/>
              <a:buNone/>
              <a:defRPr sz="1800">
                <a:solidFill>
                  <a:srgbClr val="FFFFFF"/>
                </a:solidFill>
              </a:defRPr>
            </a:lvl8pPr>
            <a:lvl9pPr lvl="8" rtl="0" algn="ctr">
              <a:spcBef>
                <a:spcPts val="0"/>
              </a:spcBef>
              <a:spcAft>
                <a:spcPts val="0"/>
              </a:spcAft>
              <a:buClr>
                <a:srgbClr val="FFFFFF"/>
              </a:buClr>
              <a:buSzPts val="1800"/>
              <a:buNone/>
              <a:defRPr sz="1800">
                <a:solidFill>
                  <a:srgbClr val="FFFFFF"/>
                </a:solidFill>
              </a:defRPr>
            </a:lvl9pPr>
          </a:lstStyle>
          <a:p/>
        </p:txBody>
      </p:sp>
      <p:sp>
        <p:nvSpPr>
          <p:cNvPr id="15" name="Google Shape;15;p3"/>
          <p:cNvSpPr txBox="1"/>
          <p:nvPr>
            <p:ph idx="1" type="subTitle"/>
          </p:nvPr>
        </p:nvSpPr>
        <p:spPr>
          <a:xfrm>
            <a:off x="2051807" y="2501475"/>
            <a:ext cx="1906500" cy="367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1000"/>
              <a:buNone/>
              <a:defRPr sz="1000">
                <a:solidFill>
                  <a:srgbClr val="FFFFFF"/>
                </a:solidFill>
              </a:defRPr>
            </a:lvl1pPr>
            <a:lvl2pPr lvl="1" rtl="0" algn="ctr">
              <a:lnSpc>
                <a:spcPct val="100000"/>
              </a:lnSpc>
              <a:spcBef>
                <a:spcPts val="0"/>
              </a:spcBef>
              <a:spcAft>
                <a:spcPts val="0"/>
              </a:spcAft>
              <a:buClr>
                <a:srgbClr val="FFFFFF"/>
              </a:buClr>
              <a:buSzPts val="1000"/>
              <a:buNone/>
              <a:defRPr sz="1000">
                <a:solidFill>
                  <a:srgbClr val="FFFFFF"/>
                </a:solidFill>
              </a:defRPr>
            </a:lvl2pPr>
            <a:lvl3pPr lvl="2" rtl="0" algn="ctr">
              <a:lnSpc>
                <a:spcPct val="100000"/>
              </a:lnSpc>
              <a:spcBef>
                <a:spcPts val="0"/>
              </a:spcBef>
              <a:spcAft>
                <a:spcPts val="0"/>
              </a:spcAft>
              <a:buClr>
                <a:srgbClr val="FFFFFF"/>
              </a:buClr>
              <a:buSzPts val="1000"/>
              <a:buNone/>
              <a:defRPr sz="1000">
                <a:solidFill>
                  <a:srgbClr val="FFFFFF"/>
                </a:solidFill>
              </a:defRPr>
            </a:lvl3pPr>
            <a:lvl4pPr lvl="3" rtl="0" algn="ctr">
              <a:lnSpc>
                <a:spcPct val="100000"/>
              </a:lnSpc>
              <a:spcBef>
                <a:spcPts val="0"/>
              </a:spcBef>
              <a:spcAft>
                <a:spcPts val="0"/>
              </a:spcAft>
              <a:buClr>
                <a:srgbClr val="FFFFFF"/>
              </a:buClr>
              <a:buSzPts val="1000"/>
              <a:buNone/>
              <a:defRPr sz="1000">
                <a:solidFill>
                  <a:srgbClr val="FFFFFF"/>
                </a:solidFill>
              </a:defRPr>
            </a:lvl4pPr>
            <a:lvl5pPr lvl="4" rtl="0" algn="ctr">
              <a:lnSpc>
                <a:spcPct val="100000"/>
              </a:lnSpc>
              <a:spcBef>
                <a:spcPts val="0"/>
              </a:spcBef>
              <a:spcAft>
                <a:spcPts val="0"/>
              </a:spcAft>
              <a:buClr>
                <a:srgbClr val="FFFFFF"/>
              </a:buClr>
              <a:buSzPts val="1000"/>
              <a:buNone/>
              <a:defRPr sz="1000">
                <a:solidFill>
                  <a:srgbClr val="FFFFFF"/>
                </a:solidFill>
              </a:defRPr>
            </a:lvl5pPr>
            <a:lvl6pPr lvl="5" rtl="0" algn="ctr">
              <a:lnSpc>
                <a:spcPct val="100000"/>
              </a:lnSpc>
              <a:spcBef>
                <a:spcPts val="0"/>
              </a:spcBef>
              <a:spcAft>
                <a:spcPts val="0"/>
              </a:spcAft>
              <a:buClr>
                <a:srgbClr val="FFFFFF"/>
              </a:buClr>
              <a:buSzPts val="1000"/>
              <a:buNone/>
              <a:defRPr sz="1000">
                <a:solidFill>
                  <a:srgbClr val="FFFFFF"/>
                </a:solidFill>
              </a:defRPr>
            </a:lvl6pPr>
            <a:lvl7pPr lvl="6" rtl="0" algn="ctr">
              <a:lnSpc>
                <a:spcPct val="100000"/>
              </a:lnSpc>
              <a:spcBef>
                <a:spcPts val="0"/>
              </a:spcBef>
              <a:spcAft>
                <a:spcPts val="0"/>
              </a:spcAft>
              <a:buClr>
                <a:srgbClr val="FFFFFF"/>
              </a:buClr>
              <a:buSzPts val="1000"/>
              <a:buNone/>
              <a:defRPr sz="1000">
                <a:solidFill>
                  <a:srgbClr val="FFFFFF"/>
                </a:solidFill>
              </a:defRPr>
            </a:lvl7pPr>
            <a:lvl8pPr lvl="7" rtl="0" algn="ctr">
              <a:lnSpc>
                <a:spcPct val="100000"/>
              </a:lnSpc>
              <a:spcBef>
                <a:spcPts val="0"/>
              </a:spcBef>
              <a:spcAft>
                <a:spcPts val="0"/>
              </a:spcAft>
              <a:buClr>
                <a:srgbClr val="FFFFFF"/>
              </a:buClr>
              <a:buSzPts val="1000"/>
              <a:buNone/>
              <a:defRPr sz="1000">
                <a:solidFill>
                  <a:srgbClr val="FFFFFF"/>
                </a:solidFill>
              </a:defRPr>
            </a:lvl8pPr>
            <a:lvl9pPr lvl="8" rtl="0" algn="ctr">
              <a:lnSpc>
                <a:spcPct val="100000"/>
              </a:lnSpc>
              <a:spcBef>
                <a:spcPts val="0"/>
              </a:spcBef>
              <a:spcAft>
                <a:spcPts val="0"/>
              </a:spcAft>
              <a:buClr>
                <a:srgbClr val="FFFFFF"/>
              </a:buClr>
              <a:buSzPts val="1000"/>
              <a:buNone/>
              <a:defRPr sz="1000">
                <a:solidFill>
                  <a:srgbClr val="FFFFFF"/>
                </a:solidFill>
              </a:defRPr>
            </a:lvl9pPr>
          </a:lstStyle>
          <a:p/>
        </p:txBody>
      </p:sp>
      <p:sp>
        <p:nvSpPr>
          <p:cNvPr id="16" name="Google Shape;16;p3"/>
          <p:cNvSpPr txBox="1"/>
          <p:nvPr>
            <p:ph idx="2" type="ctrTitle"/>
          </p:nvPr>
        </p:nvSpPr>
        <p:spPr>
          <a:xfrm>
            <a:off x="1690457" y="3587138"/>
            <a:ext cx="26292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1400"/>
              <a:buNone/>
              <a:defRPr sz="1400">
                <a:solidFill>
                  <a:srgbClr val="FFFFFF"/>
                </a:solidFill>
              </a:defRPr>
            </a:lvl1pPr>
            <a:lvl2pPr lvl="1" rtl="0" algn="ctr">
              <a:spcBef>
                <a:spcPts val="0"/>
              </a:spcBef>
              <a:spcAft>
                <a:spcPts val="0"/>
              </a:spcAft>
              <a:buClr>
                <a:srgbClr val="FFFFFF"/>
              </a:buClr>
              <a:buSzPts val="1800"/>
              <a:buNone/>
              <a:defRPr sz="1800">
                <a:solidFill>
                  <a:srgbClr val="FFFFFF"/>
                </a:solidFill>
              </a:defRPr>
            </a:lvl2pPr>
            <a:lvl3pPr lvl="2" rtl="0" algn="ctr">
              <a:spcBef>
                <a:spcPts val="0"/>
              </a:spcBef>
              <a:spcAft>
                <a:spcPts val="0"/>
              </a:spcAft>
              <a:buClr>
                <a:srgbClr val="FFFFFF"/>
              </a:buClr>
              <a:buSzPts val="1800"/>
              <a:buNone/>
              <a:defRPr sz="1800">
                <a:solidFill>
                  <a:srgbClr val="FFFFFF"/>
                </a:solidFill>
              </a:defRPr>
            </a:lvl3pPr>
            <a:lvl4pPr lvl="3" rtl="0" algn="ctr">
              <a:spcBef>
                <a:spcPts val="0"/>
              </a:spcBef>
              <a:spcAft>
                <a:spcPts val="0"/>
              </a:spcAft>
              <a:buClr>
                <a:srgbClr val="FFFFFF"/>
              </a:buClr>
              <a:buSzPts val="1800"/>
              <a:buNone/>
              <a:defRPr sz="1800">
                <a:solidFill>
                  <a:srgbClr val="FFFFFF"/>
                </a:solidFill>
              </a:defRPr>
            </a:lvl4pPr>
            <a:lvl5pPr lvl="4" rtl="0" algn="ctr">
              <a:spcBef>
                <a:spcPts val="0"/>
              </a:spcBef>
              <a:spcAft>
                <a:spcPts val="0"/>
              </a:spcAft>
              <a:buClr>
                <a:srgbClr val="FFFFFF"/>
              </a:buClr>
              <a:buSzPts val="1800"/>
              <a:buNone/>
              <a:defRPr sz="1800">
                <a:solidFill>
                  <a:srgbClr val="FFFFFF"/>
                </a:solidFill>
              </a:defRPr>
            </a:lvl5pPr>
            <a:lvl6pPr lvl="5" rtl="0" algn="ctr">
              <a:spcBef>
                <a:spcPts val="0"/>
              </a:spcBef>
              <a:spcAft>
                <a:spcPts val="0"/>
              </a:spcAft>
              <a:buClr>
                <a:srgbClr val="FFFFFF"/>
              </a:buClr>
              <a:buSzPts val="1800"/>
              <a:buNone/>
              <a:defRPr sz="1800">
                <a:solidFill>
                  <a:srgbClr val="FFFFFF"/>
                </a:solidFill>
              </a:defRPr>
            </a:lvl6pPr>
            <a:lvl7pPr lvl="6" rtl="0" algn="ctr">
              <a:spcBef>
                <a:spcPts val="0"/>
              </a:spcBef>
              <a:spcAft>
                <a:spcPts val="0"/>
              </a:spcAft>
              <a:buClr>
                <a:srgbClr val="FFFFFF"/>
              </a:buClr>
              <a:buSzPts val="1800"/>
              <a:buNone/>
              <a:defRPr sz="1800">
                <a:solidFill>
                  <a:srgbClr val="FFFFFF"/>
                </a:solidFill>
              </a:defRPr>
            </a:lvl7pPr>
            <a:lvl8pPr lvl="7" rtl="0" algn="ctr">
              <a:spcBef>
                <a:spcPts val="0"/>
              </a:spcBef>
              <a:spcAft>
                <a:spcPts val="0"/>
              </a:spcAft>
              <a:buClr>
                <a:srgbClr val="FFFFFF"/>
              </a:buClr>
              <a:buSzPts val="1800"/>
              <a:buNone/>
              <a:defRPr sz="1800">
                <a:solidFill>
                  <a:srgbClr val="FFFFFF"/>
                </a:solidFill>
              </a:defRPr>
            </a:lvl8pPr>
            <a:lvl9pPr lvl="8" rtl="0" algn="ctr">
              <a:spcBef>
                <a:spcPts val="0"/>
              </a:spcBef>
              <a:spcAft>
                <a:spcPts val="0"/>
              </a:spcAft>
              <a:buClr>
                <a:srgbClr val="FFFFFF"/>
              </a:buClr>
              <a:buSzPts val="1800"/>
              <a:buNone/>
              <a:defRPr sz="1800">
                <a:solidFill>
                  <a:srgbClr val="FFFFFF"/>
                </a:solidFill>
              </a:defRPr>
            </a:lvl9pPr>
          </a:lstStyle>
          <a:p/>
        </p:txBody>
      </p:sp>
      <p:sp>
        <p:nvSpPr>
          <p:cNvPr id="17" name="Google Shape;17;p3"/>
          <p:cNvSpPr txBox="1"/>
          <p:nvPr>
            <p:ph idx="3" type="subTitle"/>
          </p:nvPr>
        </p:nvSpPr>
        <p:spPr>
          <a:xfrm>
            <a:off x="2051807" y="4048600"/>
            <a:ext cx="1906500" cy="367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1000"/>
              <a:buNone/>
              <a:defRPr sz="1000">
                <a:solidFill>
                  <a:srgbClr val="FFFFFF"/>
                </a:solidFill>
              </a:defRPr>
            </a:lvl1pPr>
            <a:lvl2pPr lvl="1" rtl="0" algn="ctr">
              <a:lnSpc>
                <a:spcPct val="100000"/>
              </a:lnSpc>
              <a:spcBef>
                <a:spcPts val="0"/>
              </a:spcBef>
              <a:spcAft>
                <a:spcPts val="0"/>
              </a:spcAft>
              <a:buClr>
                <a:srgbClr val="FFFFFF"/>
              </a:buClr>
              <a:buSzPts val="1000"/>
              <a:buNone/>
              <a:defRPr sz="1000">
                <a:solidFill>
                  <a:srgbClr val="FFFFFF"/>
                </a:solidFill>
              </a:defRPr>
            </a:lvl2pPr>
            <a:lvl3pPr lvl="2" rtl="0" algn="ctr">
              <a:lnSpc>
                <a:spcPct val="100000"/>
              </a:lnSpc>
              <a:spcBef>
                <a:spcPts val="0"/>
              </a:spcBef>
              <a:spcAft>
                <a:spcPts val="0"/>
              </a:spcAft>
              <a:buClr>
                <a:srgbClr val="FFFFFF"/>
              </a:buClr>
              <a:buSzPts val="1000"/>
              <a:buNone/>
              <a:defRPr sz="1000">
                <a:solidFill>
                  <a:srgbClr val="FFFFFF"/>
                </a:solidFill>
              </a:defRPr>
            </a:lvl3pPr>
            <a:lvl4pPr lvl="3" rtl="0" algn="ctr">
              <a:lnSpc>
                <a:spcPct val="100000"/>
              </a:lnSpc>
              <a:spcBef>
                <a:spcPts val="0"/>
              </a:spcBef>
              <a:spcAft>
                <a:spcPts val="0"/>
              </a:spcAft>
              <a:buClr>
                <a:srgbClr val="FFFFFF"/>
              </a:buClr>
              <a:buSzPts val="1000"/>
              <a:buNone/>
              <a:defRPr sz="1000">
                <a:solidFill>
                  <a:srgbClr val="FFFFFF"/>
                </a:solidFill>
              </a:defRPr>
            </a:lvl4pPr>
            <a:lvl5pPr lvl="4" rtl="0" algn="ctr">
              <a:lnSpc>
                <a:spcPct val="100000"/>
              </a:lnSpc>
              <a:spcBef>
                <a:spcPts val="0"/>
              </a:spcBef>
              <a:spcAft>
                <a:spcPts val="0"/>
              </a:spcAft>
              <a:buClr>
                <a:srgbClr val="FFFFFF"/>
              </a:buClr>
              <a:buSzPts val="1000"/>
              <a:buNone/>
              <a:defRPr sz="1000">
                <a:solidFill>
                  <a:srgbClr val="FFFFFF"/>
                </a:solidFill>
              </a:defRPr>
            </a:lvl5pPr>
            <a:lvl6pPr lvl="5" rtl="0" algn="ctr">
              <a:lnSpc>
                <a:spcPct val="100000"/>
              </a:lnSpc>
              <a:spcBef>
                <a:spcPts val="0"/>
              </a:spcBef>
              <a:spcAft>
                <a:spcPts val="0"/>
              </a:spcAft>
              <a:buClr>
                <a:srgbClr val="FFFFFF"/>
              </a:buClr>
              <a:buSzPts val="1000"/>
              <a:buNone/>
              <a:defRPr sz="1000">
                <a:solidFill>
                  <a:srgbClr val="FFFFFF"/>
                </a:solidFill>
              </a:defRPr>
            </a:lvl6pPr>
            <a:lvl7pPr lvl="6" rtl="0" algn="ctr">
              <a:lnSpc>
                <a:spcPct val="100000"/>
              </a:lnSpc>
              <a:spcBef>
                <a:spcPts val="0"/>
              </a:spcBef>
              <a:spcAft>
                <a:spcPts val="0"/>
              </a:spcAft>
              <a:buClr>
                <a:srgbClr val="FFFFFF"/>
              </a:buClr>
              <a:buSzPts val="1000"/>
              <a:buNone/>
              <a:defRPr sz="1000">
                <a:solidFill>
                  <a:srgbClr val="FFFFFF"/>
                </a:solidFill>
              </a:defRPr>
            </a:lvl7pPr>
            <a:lvl8pPr lvl="7" rtl="0" algn="ctr">
              <a:lnSpc>
                <a:spcPct val="100000"/>
              </a:lnSpc>
              <a:spcBef>
                <a:spcPts val="0"/>
              </a:spcBef>
              <a:spcAft>
                <a:spcPts val="0"/>
              </a:spcAft>
              <a:buClr>
                <a:srgbClr val="FFFFFF"/>
              </a:buClr>
              <a:buSzPts val="1000"/>
              <a:buNone/>
              <a:defRPr sz="1000">
                <a:solidFill>
                  <a:srgbClr val="FFFFFF"/>
                </a:solidFill>
              </a:defRPr>
            </a:lvl8pPr>
            <a:lvl9pPr lvl="8" rtl="0" algn="ctr">
              <a:lnSpc>
                <a:spcPct val="100000"/>
              </a:lnSpc>
              <a:spcBef>
                <a:spcPts val="0"/>
              </a:spcBef>
              <a:spcAft>
                <a:spcPts val="0"/>
              </a:spcAft>
              <a:buClr>
                <a:srgbClr val="FFFFFF"/>
              </a:buClr>
              <a:buSzPts val="1000"/>
              <a:buNone/>
              <a:defRPr sz="1000">
                <a:solidFill>
                  <a:srgbClr val="FFFFFF"/>
                </a:solidFill>
              </a:defRPr>
            </a:lvl9pPr>
          </a:lstStyle>
          <a:p/>
        </p:txBody>
      </p:sp>
      <p:sp>
        <p:nvSpPr>
          <p:cNvPr id="18" name="Google Shape;18;p3"/>
          <p:cNvSpPr txBox="1"/>
          <p:nvPr>
            <p:ph idx="4" type="ctrTitle"/>
          </p:nvPr>
        </p:nvSpPr>
        <p:spPr>
          <a:xfrm>
            <a:off x="4824357" y="2040013"/>
            <a:ext cx="26292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1400"/>
              <a:buNone/>
              <a:defRPr sz="1400">
                <a:solidFill>
                  <a:srgbClr val="FFFFFF"/>
                </a:solidFill>
              </a:defRPr>
            </a:lvl1pPr>
            <a:lvl2pPr lvl="1" rtl="0" algn="ctr">
              <a:spcBef>
                <a:spcPts val="0"/>
              </a:spcBef>
              <a:spcAft>
                <a:spcPts val="0"/>
              </a:spcAft>
              <a:buClr>
                <a:srgbClr val="FFFFFF"/>
              </a:buClr>
              <a:buSzPts val="1800"/>
              <a:buNone/>
              <a:defRPr sz="1800">
                <a:solidFill>
                  <a:srgbClr val="FFFFFF"/>
                </a:solidFill>
              </a:defRPr>
            </a:lvl2pPr>
            <a:lvl3pPr lvl="2" rtl="0" algn="ctr">
              <a:spcBef>
                <a:spcPts val="0"/>
              </a:spcBef>
              <a:spcAft>
                <a:spcPts val="0"/>
              </a:spcAft>
              <a:buClr>
                <a:srgbClr val="FFFFFF"/>
              </a:buClr>
              <a:buSzPts val="1800"/>
              <a:buNone/>
              <a:defRPr sz="1800">
                <a:solidFill>
                  <a:srgbClr val="FFFFFF"/>
                </a:solidFill>
              </a:defRPr>
            </a:lvl3pPr>
            <a:lvl4pPr lvl="3" rtl="0" algn="ctr">
              <a:spcBef>
                <a:spcPts val="0"/>
              </a:spcBef>
              <a:spcAft>
                <a:spcPts val="0"/>
              </a:spcAft>
              <a:buClr>
                <a:srgbClr val="FFFFFF"/>
              </a:buClr>
              <a:buSzPts val="1800"/>
              <a:buNone/>
              <a:defRPr sz="1800">
                <a:solidFill>
                  <a:srgbClr val="FFFFFF"/>
                </a:solidFill>
              </a:defRPr>
            </a:lvl4pPr>
            <a:lvl5pPr lvl="4" rtl="0" algn="ctr">
              <a:spcBef>
                <a:spcPts val="0"/>
              </a:spcBef>
              <a:spcAft>
                <a:spcPts val="0"/>
              </a:spcAft>
              <a:buClr>
                <a:srgbClr val="FFFFFF"/>
              </a:buClr>
              <a:buSzPts val="1800"/>
              <a:buNone/>
              <a:defRPr sz="1800">
                <a:solidFill>
                  <a:srgbClr val="FFFFFF"/>
                </a:solidFill>
              </a:defRPr>
            </a:lvl5pPr>
            <a:lvl6pPr lvl="5" rtl="0" algn="ctr">
              <a:spcBef>
                <a:spcPts val="0"/>
              </a:spcBef>
              <a:spcAft>
                <a:spcPts val="0"/>
              </a:spcAft>
              <a:buClr>
                <a:srgbClr val="FFFFFF"/>
              </a:buClr>
              <a:buSzPts val="1800"/>
              <a:buNone/>
              <a:defRPr sz="1800">
                <a:solidFill>
                  <a:srgbClr val="FFFFFF"/>
                </a:solidFill>
              </a:defRPr>
            </a:lvl6pPr>
            <a:lvl7pPr lvl="6" rtl="0" algn="ctr">
              <a:spcBef>
                <a:spcPts val="0"/>
              </a:spcBef>
              <a:spcAft>
                <a:spcPts val="0"/>
              </a:spcAft>
              <a:buClr>
                <a:srgbClr val="FFFFFF"/>
              </a:buClr>
              <a:buSzPts val="1800"/>
              <a:buNone/>
              <a:defRPr sz="1800">
                <a:solidFill>
                  <a:srgbClr val="FFFFFF"/>
                </a:solidFill>
              </a:defRPr>
            </a:lvl7pPr>
            <a:lvl8pPr lvl="7" rtl="0" algn="ctr">
              <a:spcBef>
                <a:spcPts val="0"/>
              </a:spcBef>
              <a:spcAft>
                <a:spcPts val="0"/>
              </a:spcAft>
              <a:buClr>
                <a:srgbClr val="FFFFFF"/>
              </a:buClr>
              <a:buSzPts val="1800"/>
              <a:buNone/>
              <a:defRPr sz="1800">
                <a:solidFill>
                  <a:srgbClr val="FFFFFF"/>
                </a:solidFill>
              </a:defRPr>
            </a:lvl8pPr>
            <a:lvl9pPr lvl="8" rtl="0" algn="ctr">
              <a:spcBef>
                <a:spcPts val="0"/>
              </a:spcBef>
              <a:spcAft>
                <a:spcPts val="0"/>
              </a:spcAft>
              <a:buClr>
                <a:srgbClr val="FFFFFF"/>
              </a:buClr>
              <a:buSzPts val="1800"/>
              <a:buNone/>
              <a:defRPr sz="1800">
                <a:solidFill>
                  <a:srgbClr val="FFFFFF"/>
                </a:solidFill>
              </a:defRPr>
            </a:lvl9pPr>
          </a:lstStyle>
          <a:p/>
        </p:txBody>
      </p:sp>
      <p:sp>
        <p:nvSpPr>
          <p:cNvPr id="19" name="Google Shape;19;p3"/>
          <p:cNvSpPr txBox="1"/>
          <p:nvPr>
            <p:ph idx="5" type="subTitle"/>
          </p:nvPr>
        </p:nvSpPr>
        <p:spPr>
          <a:xfrm>
            <a:off x="5185707" y="2501475"/>
            <a:ext cx="1906500" cy="367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1000"/>
              <a:buNone/>
              <a:defRPr sz="1000">
                <a:solidFill>
                  <a:srgbClr val="FFFFFF"/>
                </a:solidFill>
              </a:defRPr>
            </a:lvl1pPr>
            <a:lvl2pPr lvl="1" rtl="0" algn="ctr">
              <a:lnSpc>
                <a:spcPct val="100000"/>
              </a:lnSpc>
              <a:spcBef>
                <a:spcPts val="0"/>
              </a:spcBef>
              <a:spcAft>
                <a:spcPts val="0"/>
              </a:spcAft>
              <a:buClr>
                <a:srgbClr val="FFFFFF"/>
              </a:buClr>
              <a:buSzPts val="1000"/>
              <a:buNone/>
              <a:defRPr sz="1000">
                <a:solidFill>
                  <a:srgbClr val="FFFFFF"/>
                </a:solidFill>
              </a:defRPr>
            </a:lvl2pPr>
            <a:lvl3pPr lvl="2" rtl="0" algn="ctr">
              <a:lnSpc>
                <a:spcPct val="100000"/>
              </a:lnSpc>
              <a:spcBef>
                <a:spcPts val="0"/>
              </a:spcBef>
              <a:spcAft>
                <a:spcPts val="0"/>
              </a:spcAft>
              <a:buClr>
                <a:srgbClr val="FFFFFF"/>
              </a:buClr>
              <a:buSzPts val="1000"/>
              <a:buNone/>
              <a:defRPr sz="1000">
                <a:solidFill>
                  <a:srgbClr val="FFFFFF"/>
                </a:solidFill>
              </a:defRPr>
            </a:lvl3pPr>
            <a:lvl4pPr lvl="3" rtl="0" algn="ctr">
              <a:lnSpc>
                <a:spcPct val="100000"/>
              </a:lnSpc>
              <a:spcBef>
                <a:spcPts val="0"/>
              </a:spcBef>
              <a:spcAft>
                <a:spcPts val="0"/>
              </a:spcAft>
              <a:buClr>
                <a:srgbClr val="FFFFFF"/>
              </a:buClr>
              <a:buSzPts val="1000"/>
              <a:buNone/>
              <a:defRPr sz="1000">
                <a:solidFill>
                  <a:srgbClr val="FFFFFF"/>
                </a:solidFill>
              </a:defRPr>
            </a:lvl4pPr>
            <a:lvl5pPr lvl="4" rtl="0" algn="ctr">
              <a:lnSpc>
                <a:spcPct val="100000"/>
              </a:lnSpc>
              <a:spcBef>
                <a:spcPts val="0"/>
              </a:spcBef>
              <a:spcAft>
                <a:spcPts val="0"/>
              </a:spcAft>
              <a:buClr>
                <a:srgbClr val="FFFFFF"/>
              </a:buClr>
              <a:buSzPts val="1000"/>
              <a:buNone/>
              <a:defRPr sz="1000">
                <a:solidFill>
                  <a:srgbClr val="FFFFFF"/>
                </a:solidFill>
              </a:defRPr>
            </a:lvl5pPr>
            <a:lvl6pPr lvl="5" rtl="0" algn="ctr">
              <a:lnSpc>
                <a:spcPct val="100000"/>
              </a:lnSpc>
              <a:spcBef>
                <a:spcPts val="0"/>
              </a:spcBef>
              <a:spcAft>
                <a:spcPts val="0"/>
              </a:spcAft>
              <a:buClr>
                <a:srgbClr val="FFFFFF"/>
              </a:buClr>
              <a:buSzPts val="1000"/>
              <a:buNone/>
              <a:defRPr sz="1000">
                <a:solidFill>
                  <a:srgbClr val="FFFFFF"/>
                </a:solidFill>
              </a:defRPr>
            </a:lvl6pPr>
            <a:lvl7pPr lvl="6" rtl="0" algn="ctr">
              <a:lnSpc>
                <a:spcPct val="100000"/>
              </a:lnSpc>
              <a:spcBef>
                <a:spcPts val="0"/>
              </a:spcBef>
              <a:spcAft>
                <a:spcPts val="0"/>
              </a:spcAft>
              <a:buClr>
                <a:srgbClr val="FFFFFF"/>
              </a:buClr>
              <a:buSzPts val="1000"/>
              <a:buNone/>
              <a:defRPr sz="1000">
                <a:solidFill>
                  <a:srgbClr val="FFFFFF"/>
                </a:solidFill>
              </a:defRPr>
            </a:lvl7pPr>
            <a:lvl8pPr lvl="7" rtl="0" algn="ctr">
              <a:lnSpc>
                <a:spcPct val="100000"/>
              </a:lnSpc>
              <a:spcBef>
                <a:spcPts val="0"/>
              </a:spcBef>
              <a:spcAft>
                <a:spcPts val="0"/>
              </a:spcAft>
              <a:buClr>
                <a:srgbClr val="FFFFFF"/>
              </a:buClr>
              <a:buSzPts val="1000"/>
              <a:buNone/>
              <a:defRPr sz="1000">
                <a:solidFill>
                  <a:srgbClr val="FFFFFF"/>
                </a:solidFill>
              </a:defRPr>
            </a:lvl8pPr>
            <a:lvl9pPr lvl="8" rtl="0" algn="ctr">
              <a:lnSpc>
                <a:spcPct val="100000"/>
              </a:lnSpc>
              <a:spcBef>
                <a:spcPts val="0"/>
              </a:spcBef>
              <a:spcAft>
                <a:spcPts val="0"/>
              </a:spcAft>
              <a:buClr>
                <a:srgbClr val="FFFFFF"/>
              </a:buClr>
              <a:buSzPts val="1000"/>
              <a:buNone/>
              <a:defRPr sz="1000">
                <a:solidFill>
                  <a:srgbClr val="FFFFFF"/>
                </a:solidFill>
              </a:defRPr>
            </a:lvl9pPr>
          </a:lstStyle>
          <a:p/>
        </p:txBody>
      </p:sp>
      <p:sp>
        <p:nvSpPr>
          <p:cNvPr id="20" name="Google Shape;20;p3"/>
          <p:cNvSpPr txBox="1"/>
          <p:nvPr>
            <p:ph idx="6" type="ctrTitle"/>
          </p:nvPr>
        </p:nvSpPr>
        <p:spPr>
          <a:xfrm>
            <a:off x="4824357" y="3587138"/>
            <a:ext cx="26292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1400"/>
              <a:buNone/>
              <a:defRPr sz="1400">
                <a:solidFill>
                  <a:srgbClr val="FFFFFF"/>
                </a:solidFill>
              </a:defRPr>
            </a:lvl1pPr>
            <a:lvl2pPr lvl="1" rtl="0" algn="ctr">
              <a:spcBef>
                <a:spcPts val="0"/>
              </a:spcBef>
              <a:spcAft>
                <a:spcPts val="0"/>
              </a:spcAft>
              <a:buClr>
                <a:srgbClr val="FFFFFF"/>
              </a:buClr>
              <a:buSzPts val="1800"/>
              <a:buNone/>
              <a:defRPr sz="1800">
                <a:solidFill>
                  <a:srgbClr val="FFFFFF"/>
                </a:solidFill>
              </a:defRPr>
            </a:lvl2pPr>
            <a:lvl3pPr lvl="2" rtl="0" algn="ctr">
              <a:spcBef>
                <a:spcPts val="0"/>
              </a:spcBef>
              <a:spcAft>
                <a:spcPts val="0"/>
              </a:spcAft>
              <a:buClr>
                <a:srgbClr val="FFFFFF"/>
              </a:buClr>
              <a:buSzPts val="1800"/>
              <a:buNone/>
              <a:defRPr sz="1800">
                <a:solidFill>
                  <a:srgbClr val="FFFFFF"/>
                </a:solidFill>
              </a:defRPr>
            </a:lvl3pPr>
            <a:lvl4pPr lvl="3" rtl="0" algn="ctr">
              <a:spcBef>
                <a:spcPts val="0"/>
              </a:spcBef>
              <a:spcAft>
                <a:spcPts val="0"/>
              </a:spcAft>
              <a:buClr>
                <a:srgbClr val="FFFFFF"/>
              </a:buClr>
              <a:buSzPts val="1800"/>
              <a:buNone/>
              <a:defRPr sz="1800">
                <a:solidFill>
                  <a:srgbClr val="FFFFFF"/>
                </a:solidFill>
              </a:defRPr>
            </a:lvl4pPr>
            <a:lvl5pPr lvl="4" rtl="0" algn="ctr">
              <a:spcBef>
                <a:spcPts val="0"/>
              </a:spcBef>
              <a:spcAft>
                <a:spcPts val="0"/>
              </a:spcAft>
              <a:buClr>
                <a:srgbClr val="FFFFFF"/>
              </a:buClr>
              <a:buSzPts val="1800"/>
              <a:buNone/>
              <a:defRPr sz="1800">
                <a:solidFill>
                  <a:srgbClr val="FFFFFF"/>
                </a:solidFill>
              </a:defRPr>
            </a:lvl5pPr>
            <a:lvl6pPr lvl="5" rtl="0" algn="ctr">
              <a:spcBef>
                <a:spcPts val="0"/>
              </a:spcBef>
              <a:spcAft>
                <a:spcPts val="0"/>
              </a:spcAft>
              <a:buClr>
                <a:srgbClr val="FFFFFF"/>
              </a:buClr>
              <a:buSzPts val="1800"/>
              <a:buNone/>
              <a:defRPr sz="1800">
                <a:solidFill>
                  <a:srgbClr val="FFFFFF"/>
                </a:solidFill>
              </a:defRPr>
            </a:lvl6pPr>
            <a:lvl7pPr lvl="6" rtl="0" algn="ctr">
              <a:spcBef>
                <a:spcPts val="0"/>
              </a:spcBef>
              <a:spcAft>
                <a:spcPts val="0"/>
              </a:spcAft>
              <a:buClr>
                <a:srgbClr val="FFFFFF"/>
              </a:buClr>
              <a:buSzPts val="1800"/>
              <a:buNone/>
              <a:defRPr sz="1800">
                <a:solidFill>
                  <a:srgbClr val="FFFFFF"/>
                </a:solidFill>
              </a:defRPr>
            </a:lvl7pPr>
            <a:lvl8pPr lvl="7" rtl="0" algn="ctr">
              <a:spcBef>
                <a:spcPts val="0"/>
              </a:spcBef>
              <a:spcAft>
                <a:spcPts val="0"/>
              </a:spcAft>
              <a:buClr>
                <a:srgbClr val="FFFFFF"/>
              </a:buClr>
              <a:buSzPts val="1800"/>
              <a:buNone/>
              <a:defRPr sz="1800">
                <a:solidFill>
                  <a:srgbClr val="FFFFFF"/>
                </a:solidFill>
              </a:defRPr>
            </a:lvl8pPr>
            <a:lvl9pPr lvl="8" rtl="0" algn="ctr">
              <a:spcBef>
                <a:spcPts val="0"/>
              </a:spcBef>
              <a:spcAft>
                <a:spcPts val="0"/>
              </a:spcAft>
              <a:buClr>
                <a:srgbClr val="FFFFFF"/>
              </a:buClr>
              <a:buSzPts val="1800"/>
              <a:buNone/>
              <a:defRPr sz="1800">
                <a:solidFill>
                  <a:srgbClr val="FFFFFF"/>
                </a:solidFill>
              </a:defRPr>
            </a:lvl9pPr>
          </a:lstStyle>
          <a:p/>
        </p:txBody>
      </p:sp>
      <p:sp>
        <p:nvSpPr>
          <p:cNvPr id="21" name="Google Shape;21;p3"/>
          <p:cNvSpPr txBox="1"/>
          <p:nvPr>
            <p:ph idx="7" type="subTitle"/>
          </p:nvPr>
        </p:nvSpPr>
        <p:spPr>
          <a:xfrm>
            <a:off x="5185707" y="4048600"/>
            <a:ext cx="1906500" cy="367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1000"/>
              <a:buNone/>
              <a:defRPr sz="1000">
                <a:solidFill>
                  <a:srgbClr val="FFFFFF"/>
                </a:solidFill>
              </a:defRPr>
            </a:lvl1pPr>
            <a:lvl2pPr lvl="1" rtl="0" algn="ctr">
              <a:lnSpc>
                <a:spcPct val="100000"/>
              </a:lnSpc>
              <a:spcBef>
                <a:spcPts val="0"/>
              </a:spcBef>
              <a:spcAft>
                <a:spcPts val="0"/>
              </a:spcAft>
              <a:buClr>
                <a:srgbClr val="FFFFFF"/>
              </a:buClr>
              <a:buSzPts val="1000"/>
              <a:buNone/>
              <a:defRPr sz="1000">
                <a:solidFill>
                  <a:srgbClr val="FFFFFF"/>
                </a:solidFill>
              </a:defRPr>
            </a:lvl2pPr>
            <a:lvl3pPr lvl="2" rtl="0" algn="ctr">
              <a:lnSpc>
                <a:spcPct val="100000"/>
              </a:lnSpc>
              <a:spcBef>
                <a:spcPts val="0"/>
              </a:spcBef>
              <a:spcAft>
                <a:spcPts val="0"/>
              </a:spcAft>
              <a:buClr>
                <a:srgbClr val="FFFFFF"/>
              </a:buClr>
              <a:buSzPts val="1000"/>
              <a:buNone/>
              <a:defRPr sz="1000">
                <a:solidFill>
                  <a:srgbClr val="FFFFFF"/>
                </a:solidFill>
              </a:defRPr>
            </a:lvl3pPr>
            <a:lvl4pPr lvl="3" rtl="0" algn="ctr">
              <a:lnSpc>
                <a:spcPct val="100000"/>
              </a:lnSpc>
              <a:spcBef>
                <a:spcPts val="0"/>
              </a:spcBef>
              <a:spcAft>
                <a:spcPts val="0"/>
              </a:spcAft>
              <a:buClr>
                <a:srgbClr val="FFFFFF"/>
              </a:buClr>
              <a:buSzPts val="1000"/>
              <a:buNone/>
              <a:defRPr sz="1000">
                <a:solidFill>
                  <a:srgbClr val="FFFFFF"/>
                </a:solidFill>
              </a:defRPr>
            </a:lvl4pPr>
            <a:lvl5pPr lvl="4" rtl="0" algn="ctr">
              <a:lnSpc>
                <a:spcPct val="100000"/>
              </a:lnSpc>
              <a:spcBef>
                <a:spcPts val="0"/>
              </a:spcBef>
              <a:spcAft>
                <a:spcPts val="0"/>
              </a:spcAft>
              <a:buClr>
                <a:srgbClr val="FFFFFF"/>
              </a:buClr>
              <a:buSzPts val="1000"/>
              <a:buNone/>
              <a:defRPr sz="1000">
                <a:solidFill>
                  <a:srgbClr val="FFFFFF"/>
                </a:solidFill>
              </a:defRPr>
            </a:lvl5pPr>
            <a:lvl6pPr lvl="5" rtl="0" algn="ctr">
              <a:lnSpc>
                <a:spcPct val="100000"/>
              </a:lnSpc>
              <a:spcBef>
                <a:spcPts val="0"/>
              </a:spcBef>
              <a:spcAft>
                <a:spcPts val="0"/>
              </a:spcAft>
              <a:buClr>
                <a:srgbClr val="FFFFFF"/>
              </a:buClr>
              <a:buSzPts val="1000"/>
              <a:buNone/>
              <a:defRPr sz="1000">
                <a:solidFill>
                  <a:srgbClr val="FFFFFF"/>
                </a:solidFill>
              </a:defRPr>
            </a:lvl6pPr>
            <a:lvl7pPr lvl="6" rtl="0" algn="ctr">
              <a:lnSpc>
                <a:spcPct val="100000"/>
              </a:lnSpc>
              <a:spcBef>
                <a:spcPts val="0"/>
              </a:spcBef>
              <a:spcAft>
                <a:spcPts val="0"/>
              </a:spcAft>
              <a:buClr>
                <a:srgbClr val="FFFFFF"/>
              </a:buClr>
              <a:buSzPts val="1000"/>
              <a:buNone/>
              <a:defRPr sz="1000">
                <a:solidFill>
                  <a:srgbClr val="FFFFFF"/>
                </a:solidFill>
              </a:defRPr>
            </a:lvl7pPr>
            <a:lvl8pPr lvl="7" rtl="0" algn="ctr">
              <a:lnSpc>
                <a:spcPct val="100000"/>
              </a:lnSpc>
              <a:spcBef>
                <a:spcPts val="0"/>
              </a:spcBef>
              <a:spcAft>
                <a:spcPts val="0"/>
              </a:spcAft>
              <a:buClr>
                <a:srgbClr val="FFFFFF"/>
              </a:buClr>
              <a:buSzPts val="1000"/>
              <a:buNone/>
              <a:defRPr sz="1000">
                <a:solidFill>
                  <a:srgbClr val="FFFFFF"/>
                </a:solidFill>
              </a:defRPr>
            </a:lvl8pPr>
            <a:lvl9pPr lvl="8" rtl="0" algn="ctr">
              <a:lnSpc>
                <a:spcPct val="100000"/>
              </a:lnSpc>
              <a:spcBef>
                <a:spcPts val="0"/>
              </a:spcBef>
              <a:spcAft>
                <a:spcPts val="0"/>
              </a:spcAft>
              <a:buClr>
                <a:srgbClr val="FFFFFF"/>
              </a:buClr>
              <a:buSzPts val="1000"/>
              <a:buNone/>
              <a:defRPr sz="1000">
                <a:solidFill>
                  <a:srgbClr val="FFFFFF"/>
                </a:solidFill>
              </a:defRPr>
            </a:lvl9pPr>
          </a:lstStyle>
          <a:p/>
        </p:txBody>
      </p:sp>
      <p:sp>
        <p:nvSpPr>
          <p:cNvPr id="22" name="Google Shape;22;p3"/>
          <p:cNvSpPr txBox="1"/>
          <p:nvPr>
            <p:ph idx="8" type="ctrTitle"/>
          </p:nvPr>
        </p:nvSpPr>
        <p:spPr>
          <a:xfrm>
            <a:off x="1122278" y="401450"/>
            <a:ext cx="6899400" cy="9462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23" name="Google Shape;23;p3"/>
          <p:cNvSpPr txBox="1"/>
          <p:nvPr>
            <p:ph hasCustomPrompt="1" idx="9" type="title"/>
          </p:nvPr>
        </p:nvSpPr>
        <p:spPr>
          <a:xfrm>
            <a:off x="2128157" y="1619437"/>
            <a:ext cx="1753800" cy="5778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rgbClr val="FFFFFF"/>
              </a:buClr>
              <a:buSzPts val="4800"/>
              <a:buNone/>
              <a:defRPr sz="4800">
                <a:solidFill>
                  <a:srgbClr val="FFFFFF"/>
                </a:solidFill>
              </a:defRPr>
            </a:lvl1pPr>
            <a:lvl2pPr lvl="1"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9pPr>
          </a:lstStyle>
          <a:p>
            <a:r>
              <a:t>xx%</a:t>
            </a:r>
          </a:p>
        </p:txBody>
      </p:sp>
      <p:sp>
        <p:nvSpPr>
          <p:cNvPr id="24" name="Google Shape;24;p3"/>
          <p:cNvSpPr txBox="1"/>
          <p:nvPr>
            <p:ph hasCustomPrompt="1" idx="13" type="title"/>
          </p:nvPr>
        </p:nvSpPr>
        <p:spPr>
          <a:xfrm>
            <a:off x="2128157" y="3166562"/>
            <a:ext cx="1753800" cy="5778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rgbClr val="FFFFFF"/>
              </a:buClr>
              <a:buSzPts val="4800"/>
              <a:buNone/>
              <a:defRPr sz="4800">
                <a:solidFill>
                  <a:srgbClr val="FFFFFF"/>
                </a:solidFill>
              </a:defRPr>
            </a:lvl1pPr>
            <a:lvl2pPr lvl="1"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9pPr>
          </a:lstStyle>
          <a:p>
            <a:r>
              <a:t>xx%</a:t>
            </a:r>
          </a:p>
        </p:txBody>
      </p:sp>
      <p:sp>
        <p:nvSpPr>
          <p:cNvPr id="25" name="Google Shape;25;p3"/>
          <p:cNvSpPr txBox="1"/>
          <p:nvPr>
            <p:ph hasCustomPrompt="1" idx="14" type="title"/>
          </p:nvPr>
        </p:nvSpPr>
        <p:spPr>
          <a:xfrm>
            <a:off x="5262057" y="1619437"/>
            <a:ext cx="1753800" cy="5778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rgbClr val="FFFFFF"/>
              </a:buClr>
              <a:buSzPts val="4800"/>
              <a:buNone/>
              <a:defRPr sz="4800">
                <a:solidFill>
                  <a:srgbClr val="FFFFFF"/>
                </a:solidFill>
              </a:defRPr>
            </a:lvl1pPr>
            <a:lvl2pPr lvl="1"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9pPr>
          </a:lstStyle>
          <a:p>
            <a:r>
              <a:t>xx%</a:t>
            </a:r>
          </a:p>
        </p:txBody>
      </p:sp>
      <p:sp>
        <p:nvSpPr>
          <p:cNvPr id="26" name="Google Shape;26;p3"/>
          <p:cNvSpPr txBox="1"/>
          <p:nvPr>
            <p:ph hasCustomPrompt="1" idx="15" type="title"/>
          </p:nvPr>
        </p:nvSpPr>
        <p:spPr>
          <a:xfrm>
            <a:off x="5262057" y="3166562"/>
            <a:ext cx="1753800" cy="5778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rgbClr val="FFFFFF"/>
              </a:buClr>
              <a:buSzPts val="4800"/>
              <a:buNone/>
              <a:defRPr sz="4800">
                <a:solidFill>
                  <a:srgbClr val="FFFFFF"/>
                </a:solidFill>
              </a:defRPr>
            </a:lvl1pPr>
            <a:lvl2pPr lvl="1"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9pPr>
          </a:lstStyle>
          <a:p>
            <a:r>
              <a:t>xx%</a:t>
            </a:r>
          </a:p>
        </p:txBody>
      </p:sp>
      <p:cxnSp>
        <p:nvCxnSpPr>
          <p:cNvPr id="27" name="Google Shape;27;p3"/>
          <p:cNvCxnSpPr/>
          <p:nvPr/>
        </p:nvCxnSpPr>
        <p:spPr>
          <a:xfrm>
            <a:off x="2273400" y="2242363"/>
            <a:ext cx="4597200" cy="0"/>
          </a:xfrm>
          <a:prstGeom prst="straightConnector1">
            <a:avLst/>
          </a:prstGeom>
          <a:noFill/>
          <a:ln cap="flat" cmpd="sng" w="19050">
            <a:solidFill>
              <a:srgbClr val="FFFFFF"/>
            </a:solidFill>
            <a:prstDash val="solid"/>
            <a:round/>
            <a:headEnd len="med" w="med" type="none"/>
            <a:tailEnd len="med" w="med" type="none"/>
          </a:ln>
        </p:spPr>
      </p:cxnSp>
      <p:cxnSp>
        <p:nvCxnSpPr>
          <p:cNvPr id="28" name="Google Shape;28;p3"/>
          <p:cNvCxnSpPr/>
          <p:nvPr/>
        </p:nvCxnSpPr>
        <p:spPr>
          <a:xfrm>
            <a:off x="2273400" y="3804313"/>
            <a:ext cx="4597200" cy="0"/>
          </a:xfrm>
          <a:prstGeom prst="straightConnector1">
            <a:avLst/>
          </a:prstGeom>
          <a:noFill/>
          <a:ln cap="flat" cmpd="sng" w="19050">
            <a:solidFill>
              <a:srgbClr val="FFFFFF"/>
            </a:solidFill>
            <a:prstDash val="solid"/>
            <a:round/>
            <a:headEnd len="med" w="med" type="none"/>
            <a:tailEnd len="med" w="med" type="none"/>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cSld name="CUSTOM_2_1">
    <p:bg>
      <p:bgPr>
        <a:gradFill>
          <a:gsLst>
            <a:gs pos="0">
              <a:srgbClr val="88D3CE"/>
            </a:gs>
            <a:gs pos="100000">
              <a:srgbClr val="423864"/>
            </a:gs>
          </a:gsLst>
          <a:lin ang="5400700" scaled="0"/>
        </a:gradFill>
      </p:bgPr>
    </p:bg>
    <p:spTree>
      <p:nvGrpSpPr>
        <p:cNvPr id="29" name="Shape 29"/>
        <p:cNvGrpSpPr/>
        <p:nvPr/>
      </p:nvGrpSpPr>
      <p:grpSpPr>
        <a:xfrm>
          <a:off x="0" y="0"/>
          <a:ext cx="0" cy="0"/>
          <a:chOff x="0" y="0"/>
          <a:chExt cx="0" cy="0"/>
        </a:xfrm>
      </p:grpSpPr>
      <p:pic>
        <p:nvPicPr>
          <p:cNvPr id="30" name="Google Shape;30;p4"/>
          <p:cNvPicPr preferRelativeResize="0"/>
          <p:nvPr/>
        </p:nvPicPr>
        <p:blipFill>
          <a:blip r:embed="rId2">
            <a:alphaModFix/>
          </a:blip>
          <a:stretch>
            <a:fillRect/>
          </a:stretch>
        </p:blipFill>
        <p:spPr>
          <a:xfrm>
            <a:off x="0" y="0"/>
            <a:ext cx="2300675" cy="2075900"/>
          </a:xfrm>
          <a:prstGeom prst="rect">
            <a:avLst/>
          </a:prstGeom>
          <a:noFill/>
          <a:ln>
            <a:noFill/>
          </a:ln>
        </p:spPr>
      </p:pic>
      <p:sp>
        <p:nvSpPr>
          <p:cNvPr id="31" name="Google Shape;31;p4"/>
          <p:cNvSpPr txBox="1"/>
          <p:nvPr>
            <p:ph type="ctrTitle"/>
          </p:nvPr>
        </p:nvSpPr>
        <p:spPr>
          <a:xfrm flipH="1">
            <a:off x="-100" y="507400"/>
            <a:ext cx="8394900" cy="670500"/>
          </a:xfrm>
          <a:prstGeom prst="rect">
            <a:avLst/>
          </a:prstGeom>
        </p:spPr>
        <p:txBody>
          <a:bodyPr anchorCtr="0" anchor="t" bIns="91425" lIns="91425" spcFirstLastPara="1" rIns="91425" wrap="square" tIns="91425">
            <a:noAutofit/>
          </a:bodyPr>
          <a:lstStyle>
            <a:lvl1pPr lvl="0" rtl="0" algn="r">
              <a:spcBef>
                <a:spcPts val="0"/>
              </a:spcBef>
              <a:spcAft>
                <a:spcPts val="0"/>
              </a:spcAft>
              <a:buClr>
                <a:srgbClr val="FFFFFF"/>
              </a:buClr>
              <a:buSzPts val="3600"/>
              <a:buNone/>
              <a:defRPr sz="3600">
                <a:solidFill>
                  <a:srgbClr val="FFFFFF"/>
                </a:solidFill>
              </a:defRPr>
            </a:lvl1pPr>
            <a:lvl2pPr lvl="1" rtl="0" algn="r">
              <a:spcBef>
                <a:spcPts val="0"/>
              </a:spcBef>
              <a:spcAft>
                <a:spcPts val="0"/>
              </a:spcAft>
              <a:buClr>
                <a:srgbClr val="FFFFFF"/>
              </a:buClr>
              <a:buSzPts val="2400"/>
              <a:buNone/>
              <a:defRPr sz="2400">
                <a:solidFill>
                  <a:srgbClr val="FFFFFF"/>
                </a:solidFill>
              </a:defRPr>
            </a:lvl2pPr>
            <a:lvl3pPr lvl="2" rtl="0" algn="r">
              <a:spcBef>
                <a:spcPts val="0"/>
              </a:spcBef>
              <a:spcAft>
                <a:spcPts val="0"/>
              </a:spcAft>
              <a:buClr>
                <a:srgbClr val="FFFFFF"/>
              </a:buClr>
              <a:buSzPts val="2400"/>
              <a:buNone/>
              <a:defRPr sz="2400">
                <a:solidFill>
                  <a:srgbClr val="FFFFFF"/>
                </a:solidFill>
              </a:defRPr>
            </a:lvl3pPr>
            <a:lvl4pPr lvl="3" rtl="0" algn="r">
              <a:spcBef>
                <a:spcPts val="0"/>
              </a:spcBef>
              <a:spcAft>
                <a:spcPts val="0"/>
              </a:spcAft>
              <a:buClr>
                <a:srgbClr val="FFFFFF"/>
              </a:buClr>
              <a:buSzPts val="2400"/>
              <a:buNone/>
              <a:defRPr sz="2400">
                <a:solidFill>
                  <a:srgbClr val="FFFFFF"/>
                </a:solidFill>
              </a:defRPr>
            </a:lvl4pPr>
            <a:lvl5pPr lvl="4" rtl="0" algn="r">
              <a:spcBef>
                <a:spcPts val="0"/>
              </a:spcBef>
              <a:spcAft>
                <a:spcPts val="0"/>
              </a:spcAft>
              <a:buClr>
                <a:srgbClr val="FFFFFF"/>
              </a:buClr>
              <a:buSzPts val="2400"/>
              <a:buNone/>
              <a:defRPr sz="2400">
                <a:solidFill>
                  <a:srgbClr val="FFFFFF"/>
                </a:solidFill>
              </a:defRPr>
            </a:lvl5pPr>
            <a:lvl6pPr lvl="5" rtl="0" algn="r">
              <a:spcBef>
                <a:spcPts val="0"/>
              </a:spcBef>
              <a:spcAft>
                <a:spcPts val="0"/>
              </a:spcAft>
              <a:buClr>
                <a:srgbClr val="FFFFFF"/>
              </a:buClr>
              <a:buSzPts val="2400"/>
              <a:buNone/>
              <a:defRPr sz="2400">
                <a:solidFill>
                  <a:srgbClr val="FFFFFF"/>
                </a:solidFill>
              </a:defRPr>
            </a:lvl6pPr>
            <a:lvl7pPr lvl="6" rtl="0" algn="r">
              <a:spcBef>
                <a:spcPts val="0"/>
              </a:spcBef>
              <a:spcAft>
                <a:spcPts val="0"/>
              </a:spcAft>
              <a:buClr>
                <a:srgbClr val="FFFFFF"/>
              </a:buClr>
              <a:buSzPts val="2400"/>
              <a:buNone/>
              <a:defRPr sz="2400">
                <a:solidFill>
                  <a:srgbClr val="FFFFFF"/>
                </a:solidFill>
              </a:defRPr>
            </a:lvl7pPr>
            <a:lvl8pPr lvl="7" rtl="0" algn="r">
              <a:spcBef>
                <a:spcPts val="0"/>
              </a:spcBef>
              <a:spcAft>
                <a:spcPts val="0"/>
              </a:spcAft>
              <a:buClr>
                <a:srgbClr val="FFFFFF"/>
              </a:buClr>
              <a:buSzPts val="2400"/>
              <a:buNone/>
              <a:defRPr sz="2400">
                <a:solidFill>
                  <a:srgbClr val="FFFFFF"/>
                </a:solidFill>
              </a:defRPr>
            </a:lvl8pPr>
            <a:lvl9pPr lvl="8" rtl="0" algn="r">
              <a:spcBef>
                <a:spcPts val="0"/>
              </a:spcBef>
              <a:spcAft>
                <a:spcPts val="0"/>
              </a:spcAft>
              <a:buClr>
                <a:srgbClr val="FFFFFF"/>
              </a:buClr>
              <a:buSzPts val="2400"/>
              <a:buNone/>
              <a:defRPr sz="2400">
                <a:solidFill>
                  <a:srgbClr val="FFFFFF"/>
                </a:solidFil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 TEXT">
  <p:cSld name="CUSTOM_2_1_2">
    <p:bg>
      <p:bgPr>
        <a:gradFill>
          <a:gsLst>
            <a:gs pos="0">
              <a:srgbClr val="88D3CE"/>
            </a:gs>
            <a:gs pos="100000">
              <a:srgbClr val="423864"/>
            </a:gs>
          </a:gsLst>
          <a:lin ang="5400700" scaled="0"/>
        </a:gradFill>
      </p:bgPr>
    </p:bg>
    <p:spTree>
      <p:nvGrpSpPr>
        <p:cNvPr id="32" name="Shape 32"/>
        <p:cNvGrpSpPr/>
        <p:nvPr/>
      </p:nvGrpSpPr>
      <p:grpSpPr>
        <a:xfrm>
          <a:off x="0" y="0"/>
          <a:ext cx="0" cy="0"/>
          <a:chOff x="0" y="0"/>
          <a:chExt cx="0" cy="0"/>
        </a:xfrm>
      </p:grpSpPr>
      <p:sp>
        <p:nvSpPr>
          <p:cNvPr id="33" name="Google Shape;33;p5"/>
          <p:cNvSpPr txBox="1"/>
          <p:nvPr>
            <p:ph type="ctrTitle"/>
          </p:nvPr>
        </p:nvSpPr>
        <p:spPr>
          <a:xfrm flipH="1">
            <a:off x="-100" y="507400"/>
            <a:ext cx="8394900" cy="670500"/>
          </a:xfrm>
          <a:prstGeom prst="rect">
            <a:avLst/>
          </a:prstGeom>
        </p:spPr>
        <p:txBody>
          <a:bodyPr anchorCtr="0" anchor="b" bIns="91425" lIns="91425" spcFirstLastPara="1" rIns="91425" wrap="square" tIns="91425">
            <a:noAutofit/>
          </a:bodyPr>
          <a:lstStyle>
            <a:lvl1pPr lvl="0" rtl="0" algn="r">
              <a:spcBef>
                <a:spcPts val="0"/>
              </a:spcBef>
              <a:spcAft>
                <a:spcPts val="0"/>
              </a:spcAft>
              <a:buClr>
                <a:srgbClr val="FFFFFF"/>
              </a:buClr>
              <a:buSzPts val="3600"/>
              <a:buNone/>
              <a:defRPr sz="3600">
                <a:solidFill>
                  <a:srgbClr val="FFFFFF"/>
                </a:solidFill>
              </a:defRPr>
            </a:lvl1pPr>
            <a:lvl2pPr lvl="1" rtl="0" algn="r">
              <a:spcBef>
                <a:spcPts val="0"/>
              </a:spcBef>
              <a:spcAft>
                <a:spcPts val="0"/>
              </a:spcAft>
              <a:buClr>
                <a:srgbClr val="FFFFFF"/>
              </a:buClr>
              <a:buSzPts val="2400"/>
              <a:buNone/>
              <a:defRPr sz="2400">
                <a:solidFill>
                  <a:srgbClr val="FFFFFF"/>
                </a:solidFill>
              </a:defRPr>
            </a:lvl2pPr>
            <a:lvl3pPr lvl="2" rtl="0" algn="r">
              <a:spcBef>
                <a:spcPts val="0"/>
              </a:spcBef>
              <a:spcAft>
                <a:spcPts val="0"/>
              </a:spcAft>
              <a:buClr>
                <a:srgbClr val="FFFFFF"/>
              </a:buClr>
              <a:buSzPts val="2400"/>
              <a:buNone/>
              <a:defRPr sz="2400">
                <a:solidFill>
                  <a:srgbClr val="FFFFFF"/>
                </a:solidFill>
              </a:defRPr>
            </a:lvl3pPr>
            <a:lvl4pPr lvl="3" rtl="0" algn="r">
              <a:spcBef>
                <a:spcPts val="0"/>
              </a:spcBef>
              <a:spcAft>
                <a:spcPts val="0"/>
              </a:spcAft>
              <a:buClr>
                <a:srgbClr val="FFFFFF"/>
              </a:buClr>
              <a:buSzPts val="2400"/>
              <a:buNone/>
              <a:defRPr sz="2400">
                <a:solidFill>
                  <a:srgbClr val="FFFFFF"/>
                </a:solidFill>
              </a:defRPr>
            </a:lvl4pPr>
            <a:lvl5pPr lvl="4" rtl="0" algn="r">
              <a:spcBef>
                <a:spcPts val="0"/>
              </a:spcBef>
              <a:spcAft>
                <a:spcPts val="0"/>
              </a:spcAft>
              <a:buClr>
                <a:srgbClr val="FFFFFF"/>
              </a:buClr>
              <a:buSzPts val="2400"/>
              <a:buNone/>
              <a:defRPr sz="2400">
                <a:solidFill>
                  <a:srgbClr val="FFFFFF"/>
                </a:solidFill>
              </a:defRPr>
            </a:lvl5pPr>
            <a:lvl6pPr lvl="5" rtl="0" algn="r">
              <a:spcBef>
                <a:spcPts val="0"/>
              </a:spcBef>
              <a:spcAft>
                <a:spcPts val="0"/>
              </a:spcAft>
              <a:buClr>
                <a:srgbClr val="FFFFFF"/>
              </a:buClr>
              <a:buSzPts val="2400"/>
              <a:buNone/>
              <a:defRPr sz="2400">
                <a:solidFill>
                  <a:srgbClr val="FFFFFF"/>
                </a:solidFill>
              </a:defRPr>
            </a:lvl6pPr>
            <a:lvl7pPr lvl="6" rtl="0" algn="r">
              <a:spcBef>
                <a:spcPts val="0"/>
              </a:spcBef>
              <a:spcAft>
                <a:spcPts val="0"/>
              </a:spcAft>
              <a:buClr>
                <a:srgbClr val="FFFFFF"/>
              </a:buClr>
              <a:buSzPts val="2400"/>
              <a:buNone/>
              <a:defRPr sz="2400">
                <a:solidFill>
                  <a:srgbClr val="FFFFFF"/>
                </a:solidFill>
              </a:defRPr>
            </a:lvl7pPr>
            <a:lvl8pPr lvl="7" rtl="0" algn="r">
              <a:spcBef>
                <a:spcPts val="0"/>
              </a:spcBef>
              <a:spcAft>
                <a:spcPts val="0"/>
              </a:spcAft>
              <a:buClr>
                <a:srgbClr val="FFFFFF"/>
              </a:buClr>
              <a:buSzPts val="2400"/>
              <a:buNone/>
              <a:defRPr sz="2400">
                <a:solidFill>
                  <a:srgbClr val="FFFFFF"/>
                </a:solidFill>
              </a:defRPr>
            </a:lvl8pPr>
            <a:lvl9pPr lvl="8" rtl="0" algn="r">
              <a:spcBef>
                <a:spcPts val="0"/>
              </a:spcBef>
              <a:spcAft>
                <a:spcPts val="0"/>
              </a:spcAft>
              <a:buClr>
                <a:srgbClr val="FFFFFF"/>
              </a:buClr>
              <a:buSzPts val="2400"/>
              <a:buNone/>
              <a:defRPr sz="2400">
                <a:solidFill>
                  <a:srgbClr val="FFFFFF"/>
                </a:solidFill>
              </a:defRPr>
            </a:lvl9pPr>
          </a:lstStyle>
          <a:p/>
        </p:txBody>
      </p:sp>
      <p:sp>
        <p:nvSpPr>
          <p:cNvPr id="34" name="Google Shape;34;p5"/>
          <p:cNvSpPr/>
          <p:nvPr/>
        </p:nvSpPr>
        <p:spPr>
          <a:xfrm>
            <a:off x="6603225" y="2224175"/>
            <a:ext cx="2058600" cy="902700"/>
          </a:xfrm>
          <a:prstGeom prst="rect">
            <a:avLst/>
          </a:prstGeom>
          <a:noFill/>
          <a:ln cap="flat" cmpd="sng" w="285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s"/>
              <a:t>         </a:t>
            </a:r>
            <a:endParaRPr/>
          </a:p>
        </p:txBody>
      </p:sp>
      <p:sp>
        <p:nvSpPr>
          <p:cNvPr id="35" name="Google Shape;35;p5"/>
          <p:cNvSpPr txBox="1"/>
          <p:nvPr>
            <p:ph hasCustomPrompt="1" idx="2" type="title"/>
          </p:nvPr>
        </p:nvSpPr>
        <p:spPr>
          <a:xfrm>
            <a:off x="6786025" y="2341875"/>
            <a:ext cx="1692900" cy="4539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rgbClr val="FFFFFF"/>
              </a:buClr>
              <a:buSzPts val="3600"/>
              <a:buNone/>
              <a:defRPr sz="3600">
                <a:solidFill>
                  <a:srgbClr val="FFFFFF"/>
                </a:solidFill>
              </a:defRPr>
            </a:lvl1pPr>
            <a:lvl2pPr lvl="1"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9pPr>
          </a:lstStyle>
          <a:p>
            <a:r>
              <a:t>xx%</a:t>
            </a:r>
          </a:p>
        </p:txBody>
      </p:sp>
      <p:sp>
        <p:nvSpPr>
          <p:cNvPr id="36" name="Google Shape;36;p5"/>
          <p:cNvSpPr txBox="1"/>
          <p:nvPr>
            <p:ph idx="1" type="subTitle"/>
          </p:nvPr>
        </p:nvSpPr>
        <p:spPr>
          <a:xfrm>
            <a:off x="6679232" y="2759225"/>
            <a:ext cx="1906500" cy="367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1000"/>
              <a:buNone/>
              <a:defRPr sz="1000">
                <a:solidFill>
                  <a:srgbClr val="FFFFFF"/>
                </a:solidFill>
              </a:defRPr>
            </a:lvl1pPr>
            <a:lvl2pPr lvl="1" rtl="0" algn="ctr">
              <a:lnSpc>
                <a:spcPct val="100000"/>
              </a:lnSpc>
              <a:spcBef>
                <a:spcPts val="0"/>
              </a:spcBef>
              <a:spcAft>
                <a:spcPts val="0"/>
              </a:spcAft>
              <a:buClr>
                <a:srgbClr val="FFFFFF"/>
              </a:buClr>
              <a:buSzPts val="1000"/>
              <a:buNone/>
              <a:defRPr sz="1000">
                <a:solidFill>
                  <a:srgbClr val="FFFFFF"/>
                </a:solidFill>
              </a:defRPr>
            </a:lvl2pPr>
            <a:lvl3pPr lvl="2" rtl="0" algn="ctr">
              <a:lnSpc>
                <a:spcPct val="100000"/>
              </a:lnSpc>
              <a:spcBef>
                <a:spcPts val="0"/>
              </a:spcBef>
              <a:spcAft>
                <a:spcPts val="0"/>
              </a:spcAft>
              <a:buClr>
                <a:srgbClr val="FFFFFF"/>
              </a:buClr>
              <a:buSzPts val="1000"/>
              <a:buNone/>
              <a:defRPr sz="1000">
                <a:solidFill>
                  <a:srgbClr val="FFFFFF"/>
                </a:solidFill>
              </a:defRPr>
            </a:lvl3pPr>
            <a:lvl4pPr lvl="3" rtl="0" algn="ctr">
              <a:lnSpc>
                <a:spcPct val="100000"/>
              </a:lnSpc>
              <a:spcBef>
                <a:spcPts val="0"/>
              </a:spcBef>
              <a:spcAft>
                <a:spcPts val="0"/>
              </a:spcAft>
              <a:buClr>
                <a:srgbClr val="FFFFFF"/>
              </a:buClr>
              <a:buSzPts val="1000"/>
              <a:buNone/>
              <a:defRPr sz="1000">
                <a:solidFill>
                  <a:srgbClr val="FFFFFF"/>
                </a:solidFill>
              </a:defRPr>
            </a:lvl4pPr>
            <a:lvl5pPr lvl="4" rtl="0" algn="ctr">
              <a:lnSpc>
                <a:spcPct val="100000"/>
              </a:lnSpc>
              <a:spcBef>
                <a:spcPts val="0"/>
              </a:spcBef>
              <a:spcAft>
                <a:spcPts val="0"/>
              </a:spcAft>
              <a:buClr>
                <a:srgbClr val="FFFFFF"/>
              </a:buClr>
              <a:buSzPts val="1000"/>
              <a:buNone/>
              <a:defRPr sz="1000">
                <a:solidFill>
                  <a:srgbClr val="FFFFFF"/>
                </a:solidFill>
              </a:defRPr>
            </a:lvl5pPr>
            <a:lvl6pPr lvl="5" rtl="0" algn="ctr">
              <a:lnSpc>
                <a:spcPct val="100000"/>
              </a:lnSpc>
              <a:spcBef>
                <a:spcPts val="0"/>
              </a:spcBef>
              <a:spcAft>
                <a:spcPts val="0"/>
              </a:spcAft>
              <a:buClr>
                <a:srgbClr val="FFFFFF"/>
              </a:buClr>
              <a:buSzPts val="1000"/>
              <a:buNone/>
              <a:defRPr sz="1000">
                <a:solidFill>
                  <a:srgbClr val="FFFFFF"/>
                </a:solidFill>
              </a:defRPr>
            </a:lvl6pPr>
            <a:lvl7pPr lvl="6" rtl="0" algn="ctr">
              <a:lnSpc>
                <a:spcPct val="100000"/>
              </a:lnSpc>
              <a:spcBef>
                <a:spcPts val="0"/>
              </a:spcBef>
              <a:spcAft>
                <a:spcPts val="0"/>
              </a:spcAft>
              <a:buClr>
                <a:srgbClr val="FFFFFF"/>
              </a:buClr>
              <a:buSzPts val="1000"/>
              <a:buNone/>
              <a:defRPr sz="1000">
                <a:solidFill>
                  <a:srgbClr val="FFFFFF"/>
                </a:solidFill>
              </a:defRPr>
            </a:lvl7pPr>
            <a:lvl8pPr lvl="7" rtl="0" algn="ctr">
              <a:lnSpc>
                <a:spcPct val="100000"/>
              </a:lnSpc>
              <a:spcBef>
                <a:spcPts val="0"/>
              </a:spcBef>
              <a:spcAft>
                <a:spcPts val="0"/>
              </a:spcAft>
              <a:buClr>
                <a:srgbClr val="FFFFFF"/>
              </a:buClr>
              <a:buSzPts val="1000"/>
              <a:buNone/>
              <a:defRPr sz="1000">
                <a:solidFill>
                  <a:srgbClr val="FFFFFF"/>
                </a:solidFill>
              </a:defRPr>
            </a:lvl8pPr>
            <a:lvl9pPr lvl="8" rtl="0" algn="ctr">
              <a:lnSpc>
                <a:spcPct val="100000"/>
              </a:lnSpc>
              <a:spcBef>
                <a:spcPts val="0"/>
              </a:spcBef>
              <a:spcAft>
                <a:spcPts val="0"/>
              </a:spcAft>
              <a:buClr>
                <a:srgbClr val="FFFFFF"/>
              </a:buClr>
              <a:buSzPts val="1000"/>
              <a:buNone/>
              <a:defRPr sz="1000">
                <a:solidFill>
                  <a:srgbClr val="FFFFFF"/>
                </a:solidFill>
              </a:defRPr>
            </a:lvl9pPr>
          </a:lstStyle>
          <a:p/>
        </p:txBody>
      </p:sp>
      <p:sp>
        <p:nvSpPr>
          <p:cNvPr id="37" name="Google Shape;37;p5"/>
          <p:cNvSpPr/>
          <p:nvPr/>
        </p:nvSpPr>
        <p:spPr>
          <a:xfrm>
            <a:off x="4439025" y="2224175"/>
            <a:ext cx="2058600" cy="902700"/>
          </a:xfrm>
          <a:prstGeom prst="rect">
            <a:avLst/>
          </a:prstGeom>
          <a:noFill/>
          <a:ln cap="flat" cmpd="sng" w="285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s"/>
              <a:t>         </a:t>
            </a:r>
            <a:endParaRPr/>
          </a:p>
        </p:txBody>
      </p:sp>
      <p:sp>
        <p:nvSpPr>
          <p:cNvPr id="38" name="Google Shape;38;p5"/>
          <p:cNvSpPr txBox="1"/>
          <p:nvPr>
            <p:ph hasCustomPrompt="1" idx="3" type="title"/>
          </p:nvPr>
        </p:nvSpPr>
        <p:spPr>
          <a:xfrm>
            <a:off x="4621825" y="2341875"/>
            <a:ext cx="1692900" cy="4539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rgbClr val="FFFFFF"/>
              </a:buClr>
              <a:buSzPts val="3600"/>
              <a:buNone/>
              <a:defRPr sz="3600">
                <a:solidFill>
                  <a:srgbClr val="FFFFFF"/>
                </a:solidFill>
              </a:defRPr>
            </a:lvl1pPr>
            <a:lvl2pPr lvl="1"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9pPr>
          </a:lstStyle>
          <a:p>
            <a:r>
              <a:t>xx%</a:t>
            </a:r>
          </a:p>
        </p:txBody>
      </p:sp>
      <p:sp>
        <p:nvSpPr>
          <p:cNvPr id="39" name="Google Shape;39;p5"/>
          <p:cNvSpPr txBox="1"/>
          <p:nvPr>
            <p:ph idx="4" type="subTitle"/>
          </p:nvPr>
        </p:nvSpPr>
        <p:spPr>
          <a:xfrm>
            <a:off x="4515032" y="2759225"/>
            <a:ext cx="1906500" cy="367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1000"/>
              <a:buNone/>
              <a:defRPr sz="1000">
                <a:solidFill>
                  <a:srgbClr val="FFFFFF"/>
                </a:solidFill>
              </a:defRPr>
            </a:lvl1pPr>
            <a:lvl2pPr lvl="1" rtl="0" algn="ctr">
              <a:lnSpc>
                <a:spcPct val="100000"/>
              </a:lnSpc>
              <a:spcBef>
                <a:spcPts val="0"/>
              </a:spcBef>
              <a:spcAft>
                <a:spcPts val="0"/>
              </a:spcAft>
              <a:buClr>
                <a:srgbClr val="FFFFFF"/>
              </a:buClr>
              <a:buSzPts val="1000"/>
              <a:buNone/>
              <a:defRPr sz="1000">
                <a:solidFill>
                  <a:srgbClr val="FFFFFF"/>
                </a:solidFill>
              </a:defRPr>
            </a:lvl2pPr>
            <a:lvl3pPr lvl="2" rtl="0" algn="ctr">
              <a:lnSpc>
                <a:spcPct val="100000"/>
              </a:lnSpc>
              <a:spcBef>
                <a:spcPts val="0"/>
              </a:spcBef>
              <a:spcAft>
                <a:spcPts val="0"/>
              </a:spcAft>
              <a:buClr>
                <a:srgbClr val="FFFFFF"/>
              </a:buClr>
              <a:buSzPts val="1000"/>
              <a:buNone/>
              <a:defRPr sz="1000">
                <a:solidFill>
                  <a:srgbClr val="FFFFFF"/>
                </a:solidFill>
              </a:defRPr>
            </a:lvl3pPr>
            <a:lvl4pPr lvl="3" rtl="0" algn="ctr">
              <a:lnSpc>
                <a:spcPct val="100000"/>
              </a:lnSpc>
              <a:spcBef>
                <a:spcPts val="0"/>
              </a:spcBef>
              <a:spcAft>
                <a:spcPts val="0"/>
              </a:spcAft>
              <a:buClr>
                <a:srgbClr val="FFFFFF"/>
              </a:buClr>
              <a:buSzPts val="1000"/>
              <a:buNone/>
              <a:defRPr sz="1000">
                <a:solidFill>
                  <a:srgbClr val="FFFFFF"/>
                </a:solidFill>
              </a:defRPr>
            </a:lvl4pPr>
            <a:lvl5pPr lvl="4" rtl="0" algn="ctr">
              <a:lnSpc>
                <a:spcPct val="100000"/>
              </a:lnSpc>
              <a:spcBef>
                <a:spcPts val="0"/>
              </a:spcBef>
              <a:spcAft>
                <a:spcPts val="0"/>
              </a:spcAft>
              <a:buClr>
                <a:srgbClr val="FFFFFF"/>
              </a:buClr>
              <a:buSzPts val="1000"/>
              <a:buNone/>
              <a:defRPr sz="1000">
                <a:solidFill>
                  <a:srgbClr val="FFFFFF"/>
                </a:solidFill>
              </a:defRPr>
            </a:lvl5pPr>
            <a:lvl6pPr lvl="5" rtl="0" algn="ctr">
              <a:lnSpc>
                <a:spcPct val="100000"/>
              </a:lnSpc>
              <a:spcBef>
                <a:spcPts val="0"/>
              </a:spcBef>
              <a:spcAft>
                <a:spcPts val="0"/>
              </a:spcAft>
              <a:buClr>
                <a:srgbClr val="FFFFFF"/>
              </a:buClr>
              <a:buSzPts val="1000"/>
              <a:buNone/>
              <a:defRPr sz="1000">
                <a:solidFill>
                  <a:srgbClr val="FFFFFF"/>
                </a:solidFill>
              </a:defRPr>
            </a:lvl6pPr>
            <a:lvl7pPr lvl="6" rtl="0" algn="ctr">
              <a:lnSpc>
                <a:spcPct val="100000"/>
              </a:lnSpc>
              <a:spcBef>
                <a:spcPts val="0"/>
              </a:spcBef>
              <a:spcAft>
                <a:spcPts val="0"/>
              </a:spcAft>
              <a:buClr>
                <a:srgbClr val="FFFFFF"/>
              </a:buClr>
              <a:buSzPts val="1000"/>
              <a:buNone/>
              <a:defRPr sz="1000">
                <a:solidFill>
                  <a:srgbClr val="FFFFFF"/>
                </a:solidFill>
              </a:defRPr>
            </a:lvl7pPr>
            <a:lvl8pPr lvl="7" rtl="0" algn="ctr">
              <a:lnSpc>
                <a:spcPct val="100000"/>
              </a:lnSpc>
              <a:spcBef>
                <a:spcPts val="0"/>
              </a:spcBef>
              <a:spcAft>
                <a:spcPts val="0"/>
              </a:spcAft>
              <a:buClr>
                <a:srgbClr val="FFFFFF"/>
              </a:buClr>
              <a:buSzPts val="1000"/>
              <a:buNone/>
              <a:defRPr sz="1000">
                <a:solidFill>
                  <a:srgbClr val="FFFFFF"/>
                </a:solidFill>
              </a:defRPr>
            </a:lvl8pPr>
            <a:lvl9pPr lvl="8" rtl="0" algn="ctr">
              <a:lnSpc>
                <a:spcPct val="100000"/>
              </a:lnSpc>
              <a:spcBef>
                <a:spcPts val="0"/>
              </a:spcBef>
              <a:spcAft>
                <a:spcPts val="0"/>
              </a:spcAft>
              <a:buClr>
                <a:srgbClr val="FFFFFF"/>
              </a:buClr>
              <a:buSzPts val="1000"/>
              <a:buNone/>
              <a:defRPr sz="1000">
                <a:solidFill>
                  <a:srgbClr val="FFFFFF"/>
                </a:solidFill>
              </a:defRPr>
            </a:lvl9pPr>
          </a:lstStyle>
          <a:p/>
        </p:txBody>
      </p:sp>
      <p:sp>
        <p:nvSpPr>
          <p:cNvPr id="40" name="Google Shape;40;p5"/>
          <p:cNvSpPr/>
          <p:nvPr/>
        </p:nvSpPr>
        <p:spPr>
          <a:xfrm>
            <a:off x="6603225" y="3249050"/>
            <a:ext cx="2058600" cy="902700"/>
          </a:xfrm>
          <a:prstGeom prst="rect">
            <a:avLst/>
          </a:prstGeom>
          <a:noFill/>
          <a:ln cap="flat" cmpd="sng" w="285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s"/>
              <a:t>         </a:t>
            </a:r>
            <a:endParaRPr/>
          </a:p>
        </p:txBody>
      </p:sp>
      <p:sp>
        <p:nvSpPr>
          <p:cNvPr id="41" name="Google Shape;41;p5"/>
          <p:cNvSpPr txBox="1"/>
          <p:nvPr>
            <p:ph hasCustomPrompt="1" idx="5" type="title"/>
          </p:nvPr>
        </p:nvSpPr>
        <p:spPr>
          <a:xfrm>
            <a:off x="6786025" y="3366750"/>
            <a:ext cx="1692900" cy="4539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rgbClr val="FFFFFF"/>
              </a:buClr>
              <a:buSzPts val="3600"/>
              <a:buNone/>
              <a:defRPr sz="3600">
                <a:solidFill>
                  <a:srgbClr val="FFFFFF"/>
                </a:solidFill>
              </a:defRPr>
            </a:lvl1pPr>
            <a:lvl2pPr lvl="1"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9pPr>
          </a:lstStyle>
          <a:p>
            <a:r>
              <a:t>xx%</a:t>
            </a:r>
          </a:p>
        </p:txBody>
      </p:sp>
      <p:sp>
        <p:nvSpPr>
          <p:cNvPr id="42" name="Google Shape;42;p5"/>
          <p:cNvSpPr txBox="1"/>
          <p:nvPr>
            <p:ph idx="6" type="subTitle"/>
          </p:nvPr>
        </p:nvSpPr>
        <p:spPr>
          <a:xfrm>
            <a:off x="6679232" y="3784100"/>
            <a:ext cx="1906500" cy="367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1000"/>
              <a:buNone/>
              <a:defRPr sz="1000">
                <a:solidFill>
                  <a:srgbClr val="FFFFFF"/>
                </a:solidFill>
              </a:defRPr>
            </a:lvl1pPr>
            <a:lvl2pPr lvl="1" rtl="0" algn="ctr">
              <a:lnSpc>
                <a:spcPct val="100000"/>
              </a:lnSpc>
              <a:spcBef>
                <a:spcPts val="0"/>
              </a:spcBef>
              <a:spcAft>
                <a:spcPts val="0"/>
              </a:spcAft>
              <a:buClr>
                <a:srgbClr val="FFFFFF"/>
              </a:buClr>
              <a:buSzPts val="1000"/>
              <a:buNone/>
              <a:defRPr sz="1000">
                <a:solidFill>
                  <a:srgbClr val="FFFFFF"/>
                </a:solidFill>
              </a:defRPr>
            </a:lvl2pPr>
            <a:lvl3pPr lvl="2" rtl="0" algn="ctr">
              <a:lnSpc>
                <a:spcPct val="100000"/>
              </a:lnSpc>
              <a:spcBef>
                <a:spcPts val="0"/>
              </a:spcBef>
              <a:spcAft>
                <a:spcPts val="0"/>
              </a:spcAft>
              <a:buClr>
                <a:srgbClr val="FFFFFF"/>
              </a:buClr>
              <a:buSzPts val="1000"/>
              <a:buNone/>
              <a:defRPr sz="1000">
                <a:solidFill>
                  <a:srgbClr val="FFFFFF"/>
                </a:solidFill>
              </a:defRPr>
            </a:lvl3pPr>
            <a:lvl4pPr lvl="3" rtl="0" algn="ctr">
              <a:lnSpc>
                <a:spcPct val="100000"/>
              </a:lnSpc>
              <a:spcBef>
                <a:spcPts val="0"/>
              </a:spcBef>
              <a:spcAft>
                <a:spcPts val="0"/>
              </a:spcAft>
              <a:buClr>
                <a:srgbClr val="FFFFFF"/>
              </a:buClr>
              <a:buSzPts val="1000"/>
              <a:buNone/>
              <a:defRPr sz="1000">
                <a:solidFill>
                  <a:srgbClr val="FFFFFF"/>
                </a:solidFill>
              </a:defRPr>
            </a:lvl4pPr>
            <a:lvl5pPr lvl="4" rtl="0" algn="ctr">
              <a:lnSpc>
                <a:spcPct val="100000"/>
              </a:lnSpc>
              <a:spcBef>
                <a:spcPts val="0"/>
              </a:spcBef>
              <a:spcAft>
                <a:spcPts val="0"/>
              </a:spcAft>
              <a:buClr>
                <a:srgbClr val="FFFFFF"/>
              </a:buClr>
              <a:buSzPts val="1000"/>
              <a:buNone/>
              <a:defRPr sz="1000">
                <a:solidFill>
                  <a:srgbClr val="FFFFFF"/>
                </a:solidFill>
              </a:defRPr>
            </a:lvl5pPr>
            <a:lvl6pPr lvl="5" rtl="0" algn="ctr">
              <a:lnSpc>
                <a:spcPct val="100000"/>
              </a:lnSpc>
              <a:spcBef>
                <a:spcPts val="0"/>
              </a:spcBef>
              <a:spcAft>
                <a:spcPts val="0"/>
              </a:spcAft>
              <a:buClr>
                <a:srgbClr val="FFFFFF"/>
              </a:buClr>
              <a:buSzPts val="1000"/>
              <a:buNone/>
              <a:defRPr sz="1000">
                <a:solidFill>
                  <a:srgbClr val="FFFFFF"/>
                </a:solidFill>
              </a:defRPr>
            </a:lvl6pPr>
            <a:lvl7pPr lvl="6" rtl="0" algn="ctr">
              <a:lnSpc>
                <a:spcPct val="100000"/>
              </a:lnSpc>
              <a:spcBef>
                <a:spcPts val="0"/>
              </a:spcBef>
              <a:spcAft>
                <a:spcPts val="0"/>
              </a:spcAft>
              <a:buClr>
                <a:srgbClr val="FFFFFF"/>
              </a:buClr>
              <a:buSzPts val="1000"/>
              <a:buNone/>
              <a:defRPr sz="1000">
                <a:solidFill>
                  <a:srgbClr val="FFFFFF"/>
                </a:solidFill>
              </a:defRPr>
            </a:lvl7pPr>
            <a:lvl8pPr lvl="7" rtl="0" algn="ctr">
              <a:lnSpc>
                <a:spcPct val="100000"/>
              </a:lnSpc>
              <a:spcBef>
                <a:spcPts val="0"/>
              </a:spcBef>
              <a:spcAft>
                <a:spcPts val="0"/>
              </a:spcAft>
              <a:buClr>
                <a:srgbClr val="FFFFFF"/>
              </a:buClr>
              <a:buSzPts val="1000"/>
              <a:buNone/>
              <a:defRPr sz="1000">
                <a:solidFill>
                  <a:srgbClr val="FFFFFF"/>
                </a:solidFill>
              </a:defRPr>
            </a:lvl8pPr>
            <a:lvl9pPr lvl="8" rtl="0" algn="ctr">
              <a:lnSpc>
                <a:spcPct val="100000"/>
              </a:lnSpc>
              <a:spcBef>
                <a:spcPts val="0"/>
              </a:spcBef>
              <a:spcAft>
                <a:spcPts val="0"/>
              </a:spcAft>
              <a:buClr>
                <a:srgbClr val="FFFFFF"/>
              </a:buClr>
              <a:buSzPts val="1000"/>
              <a:buNone/>
              <a:defRPr sz="1000">
                <a:solidFill>
                  <a:srgbClr val="FFFFFF"/>
                </a:solidFill>
              </a:defRPr>
            </a:lvl9pPr>
          </a:lstStyle>
          <a:p/>
        </p:txBody>
      </p:sp>
      <p:sp>
        <p:nvSpPr>
          <p:cNvPr id="43" name="Google Shape;43;p5"/>
          <p:cNvSpPr/>
          <p:nvPr/>
        </p:nvSpPr>
        <p:spPr>
          <a:xfrm>
            <a:off x="4439025" y="3249050"/>
            <a:ext cx="2058600" cy="902700"/>
          </a:xfrm>
          <a:prstGeom prst="rect">
            <a:avLst/>
          </a:prstGeom>
          <a:noFill/>
          <a:ln cap="flat" cmpd="sng" w="285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s"/>
              <a:t>         </a:t>
            </a:r>
            <a:endParaRPr/>
          </a:p>
        </p:txBody>
      </p:sp>
      <p:sp>
        <p:nvSpPr>
          <p:cNvPr id="44" name="Google Shape;44;p5"/>
          <p:cNvSpPr txBox="1"/>
          <p:nvPr>
            <p:ph hasCustomPrompt="1" idx="7" type="title"/>
          </p:nvPr>
        </p:nvSpPr>
        <p:spPr>
          <a:xfrm>
            <a:off x="4621825" y="3366750"/>
            <a:ext cx="1692900" cy="4539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rgbClr val="FFFFFF"/>
              </a:buClr>
              <a:buSzPts val="3600"/>
              <a:buNone/>
              <a:defRPr sz="3600">
                <a:solidFill>
                  <a:srgbClr val="FFFFFF"/>
                </a:solidFill>
              </a:defRPr>
            </a:lvl1pPr>
            <a:lvl2pPr lvl="1"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9pPr>
          </a:lstStyle>
          <a:p>
            <a:r>
              <a:t>xx%</a:t>
            </a:r>
          </a:p>
        </p:txBody>
      </p:sp>
      <p:sp>
        <p:nvSpPr>
          <p:cNvPr id="45" name="Google Shape;45;p5"/>
          <p:cNvSpPr txBox="1"/>
          <p:nvPr>
            <p:ph idx="8" type="subTitle"/>
          </p:nvPr>
        </p:nvSpPr>
        <p:spPr>
          <a:xfrm>
            <a:off x="4515032" y="3784100"/>
            <a:ext cx="1906500" cy="367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1000"/>
              <a:buNone/>
              <a:defRPr sz="1000">
                <a:solidFill>
                  <a:srgbClr val="FFFFFF"/>
                </a:solidFill>
              </a:defRPr>
            </a:lvl1pPr>
            <a:lvl2pPr lvl="1" rtl="0" algn="ctr">
              <a:lnSpc>
                <a:spcPct val="100000"/>
              </a:lnSpc>
              <a:spcBef>
                <a:spcPts val="0"/>
              </a:spcBef>
              <a:spcAft>
                <a:spcPts val="0"/>
              </a:spcAft>
              <a:buClr>
                <a:srgbClr val="FFFFFF"/>
              </a:buClr>
              <a:buSzPts val="1000"/>
              <a:buNone/>
              <a:defRPr sz="1000">
                <a:solidFill>
                  <a:srgbClr val="FFFFFF"/>
                </a:solidFill>
              </a:defRPr>
            </a:lvl2pPr>
            <a:lvl3pPr lvl="2" rtl="0" algn="ctr">
              <a:lnSpc>
                <a:spcPct val="100000"/>
              </a:lnSpc>
              <a:spcBef>
                <a:spcPts val="0"/>
              </a:spcBef>
              <a:spcAft>
                <a:spcPts val="0"/>
              </a:spcAft>
              <a:buClr>
                <a:srgbClr val="FFFFFF"/>
              </a:buClr>
              <a:buSzPts val="1000"/>
              <a:buNone/>
              <a:defRPr sz="1000">
                <a:solidFill>
                  <a:srgbClr val="FFFFFF"/>
                </a:solidFill>
              </a:defRPr>
            </a:lvl3pPr>
            <a:lvl4pPr lvl="3" rtl="0" algn="ctr">
              <a:lnSpc>
                <a:spcPct val="100000"/>
              </a:lnSpc>
              <a:spcBef>
                <a:spcPts val="0"/>
              </a:spcBef>
              <a:spcAft>
                <a:spcPts val="0"/>
              </a:spcAft>
              <a:buClr>
                <a:srgbClr val="FFFFFF"/>
              </a:buClr>
              <a:buSzPts val="1000"/>
              <a:buNone/>
              <a:defRPr sz="1000">
                <a:solidFill>
                  <a:srgbClr val="FFFFFF"/>
                </a:solidFill>
              </a:defRPr>
            </a:lvl4pPr>
            <a:lvl5pPr lvl="4" rtl="0" algn="ctr">
              <a:lnSpc>
                <a:spcPct val="100000"/>
              </a:lnSpc>
              <a:spcBef>
                <a:spcPts val="0"/>
              </a:spcBef>
              <a:spcAft>
                <a:spcPts val="0"/>
              </a:spcAft>
              <a:buClr>
                <a:srgbClr val="FFFFFF"/>
              </a:buClr>
              <a:buSzPts val="1000"/>
              <a:buNone/>
              <a:defRPr sz="1000">
                <a:solidFill>
                  <a:srgbClr val="FFFFFF"/>
                </a:solidFill>
              </a:defRPr>
            </a:lvl5pPr>
            <a:lvl6pPr lvl="5" rtl="0" algn="ctr">
              <a:lnSpc>
                <a:spcPct val="100000"/>
              </a:lnSpc>
              <a:spcBef>
                <a:spcPts val="0"/>
              </a:spcBef>
              <a:spcAft>
                <a:spcPts val="0"/>
              </a:spcAft>
              <a:buClr>
                <a:srgbClr val="FFFFFF"/>
              </a:buClr>
              <a:buSzPts val="1000"/>
              <a:buNone/>
              <a:defRPr sz="1000">
                <a:solidFill>
                  <a:srgbClr val="FFFFFF"/>
                </a:solidFill>
              </a:defRPr>
            </a:lvl6pPr>
            <a:lvl7pPr lvl="6" rtl="0" algn="ctr">
              <a:lnSpc>
                <a:spcPct val="100000"/>
              </a:lnSpc>
              <a:spcBef>
                <a:spcPts val="0"/>
              </a:spcBef>
              <a:spcAft>
                <a:spcPts val="0"/>
              </a:spcAft>
              <a:buClr>
                <a:srgbClr val="FFFFFF"/>
              </a:buClr>
              <a:buSzPts val="1000"/>
              <a:buNone/>
              <a:defRPr sz="1000">
                <a:solidFill>
                  <a:srgbClr val="FFFFFF"/>
                </a:solidFill>
              </a:defRPr>
            </a:lvl7pPr>
            <a:lvl8pPr lvl="7" rtl="0" algn="ctr">
              <a:lnSpc>
                <a:spcPct val="100000"/>
              </a:lnSpc>
              <a:spcBef>
                <a:spcPts val="0"/>
              </a:spcBef>
              <a:spcAft>
                <a:spcPts val="0"/>
              </a:spcAft>
              <a:buClr>
                <a:srgbClr val="FFFFFF"/>
              </a:buClr>
              <a:buSzPts val="1000"/>
              <a:buNone/>
              <a:defRPr sz="1000">
                <a:solidFill>
                  <a:srgbClr val="FFFFFF"/>
                </a:solidFill>
              </a:defRPr>
            </a:lvl8pPr>
            <a:lvl9pPr lvl="8" rtl="0" algn="ctr">
              <a:lnSpc>
                <a:spcPct val="100000"/>
              </a:lnSpc>
              <a:spcBef>
                <a:spcPts val="0"/>
              </a:spcBef>
              <a:spcAft>
                <a:spcPts val="0"/>
              </a:spcAft>
              <a:buClr>
                <a:srgbClr val="FFFFFF"/>
              </a:buClr>
              <a:buSzPts val="1000"/>
              <a:buNone/>
              <a:defRPr sz="1000">
                <a:solidFill>
                  <a:srgbClr val="FFFFFF"/>
                </a:solidFill>
              </a:defRPr>
            </a:lvl9pPr>
          </a:lstStyle>
          <a:p/>
        </p:txBody>
      </p:sp>
      <p:sp>
        <p:nvSpPr>
          <p:cNvPr id="46" name="Google Shape;46;p5"/>
          <p:cNvSpPr/>
          <p:nvPr/>
        </p:nvSpPr>
        <p:spPr>
          <a:xfrm>
            <a:off x="1515950" y="1321325"/>
            <a:ext cx="2058600" cy="902700"/>
          </a:xfrm>
          <a:prstGeom prst="rect">
            <a:avLst/>
          </a:prstGeom>
          <a:noFill/>
          <a:ln cap="flat" cmpd="sng" w="285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s"/>
              <a:t>         </a:t>
            </a:r>
            <a:endParaRPr/>
          </a:p>
        </p:txBody>
      </p:sp>
      <p:sp>
        <p:nvSpPr>
          <p:cNvPr id="47" name="Google Shape;47;p5"/>
          <p:cNvSpPr txBox="1"/>
          <p:nvPr>
            <p:ph hasCustomPrompt="1" idx="9" type="title"/>
          </p:nvPr>
        </p:nvSpPr>
        <p:spPr>
          <a:xfrm>
            <a:off x="1698750" y="1439025"/>
            <a:ext cx="1692900" cy="4539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rgbClr val="FFFFFF"/>
              </a:buClr>
              <a:buSzPts val="3600"/>
              <a:buNone/>
              <a:defRPr sz="3600">
                <a:solidFill>
                  <a:srgbClr val="FFFFFF"/>
                </a:solidFill>
              </a:defRPr>
            </a:lvl1pPr>
            <a:lvl2pPr lvl="1"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9pPr>
          </a:lstStyle>
          <a:p>
            <a:r>
              <a:t>xx%</a:t>
            </a:r>
          </a:p>
        </p:txBody>
      </p:sp>
      <p:sp>
        <p:nvSpPr>
          <p:cNvPr id="48" name="Google Shape;48;p5"/>
          <p:cNvSpPr txBox="1"/>
          <p:nvPr>
            <p:ph idx="13" type="subTitle"/>
          </p:nvPr>
        </p:nvSpPr>
        <p:spPr>
          <a:xfrm>
            <a:off x="1591957" y="1856375"/>
            <a:ext cx="1906500" cy="367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1000"/>
              <a:buNone/>
              <a:defRPr sz="1000">
                <a:solidFill>
                  <a:srgbClr val="FFFFFF"/>
                </a:solidFill>
              </a:defRPr>
            </a:lvl1pPr>
            <a:lvl2pPr lvl="1" rtl="0" algn="ctr">
              <a:lnSpc>
                <a:spcPct val="100000"/>
              </a:lnSpc>
              <a:spcBef>
                <a:spcPts val="0"/>
              </a:spcBef>
              <a:spcAft>
                <a:spcPts val="0"/>
              </a:spcAft>
              <a:buClr>
                <a:srgbClr val="FFFFFF"/>
              </a:buClr>
              <a:buSzPts val="1000"/>
              <a:buNone/>
              <a:defRPr sz="1000">
                <a:solidFill>
                  <a:srgbClr val="FFFFFF"/>
                </a:solidFill>
              </a:defRPr>
            </a:lvl2pPr>
            <a:lvl3pPr lvl="2" rtl="0" algn="ctr">
              <a:lnSpc>
                <a:spcPct val="100000"/>
              </a:lnSpc>
              <a:spcBef>
                <a:spcPts val="0"/>
              </a:spcBef>
              <a:spcAft>
                <a:spcPts val="0"/>
              </a:spcAft>
              <a:buClr>
                <a:srgbClr val="FFFFFF"/>
              </a:buClr>
              <a:buSzPts val="1000"/>
              <a:buNone/>
              <a:defRPr sz="1000">
                <a:solidFill>
                  <a:srgbClr val="FFFFFF"/>
                </a:solidFill>
              </a:defRPr>
            </a:lvl3pPr>
            <a:lvl4pPr lvl="3" rtl="0" algn="ctr">
              <a:lnSpc>
                <a:spcPct val="100000"/>
              </a:lnSpc>
              <a:spcBef>
                <a:spcPts val="0"/>
              </a:spcBef>
              <a:spcAft>
                <a:spcPts val="0"/>
              </a:spcAft>
              <a:buClr>
                <a:srgbClr val="FFFFFF"/>
              </a:buClr>
              <a:buSzPts val="1000"/>
              <a:buNone/>
              <a:defRPr sz="1000">
                <a:solidFill>
                  <a:srgbClr val="FFFFFF"/>
                </a:solidFill>
              </a:defRPr>
            </a:lvl4pPr>
            <a:lvl5pPr lvl="4" rtl="0" algn="ctr">
              <a:lnSpc>
                <a:spcPct val="100000"/>
              </a:lnSpc>
              <a:spcBef>
                <a:spcPts val="0"/>
              </a:spcBef>
              <a:spcAft>
                <a:spcPts val="0"/>
              </a:spcAft>
              <a:buClr>
                <a:srgbClr val="FFFFFF"/>
              </a:buClr>
              <a:buSzPts val="1000"/>
              <a:buNone/>
              <a:defRPr sz="1000">
                <a:solidFill>
                  <a:srgbClr val="FFFFFF"/>
                </a:solidFill>
              </a:defRPr>
            </a:lvl5pPr>
            <a:lvl6pPr lvl="5" rtl="0" algn="ctr">
              <a:lnSpc>
                <a:spcPct val="100000"/>
              </a:lnSpc>
              <a:spcBef>
                <a:spcPts val="0"/>
              </a:spcBef>
              <a:spcAft>
                <a:spcPts val="0"/>
              </a:spcAft>
              <a:buClr>
                <a:srgbClr val="FFFFFF"/>
              </a:buClr>
              <a:buSzPts val="1000"/>
              <a:buNone/>
              <a:defRPr sz="1000">
                <a:solidFill>
                  <a:srgbClr val="FFFFFF"/>
                </a:solidFill>
              </a:defRPr>
            </a:lvl6pPr>
            <a:lvl7pPr lvl="6" rtl="0" algn="ctr">
              <a:lnSpc>
                <a:spcPct val="100000"/>
              </a:lnSpc>
              <a:spcBef>
                <a:spcPts val="0"/>
              </a:spcBef>
              <a:spcAft>
                <a:spcPts val="0"/>
              </a:spcAft>
              <a:buClr>
                <a:srgbClr val="FFFFFF"/>
              </a:buClr>
              <a:buSzPts val="1000"/>
              <a:buNone/>
              <a:defRPr sz="1000">
                <a:solidFill>
                  <a:srgbClr val="FFFFFF"/>
                </a:solidFill>
              </a:defRPr>
            </a:lvl7pPr>
            <a:lvl8pPr lvl="7" rtl="0" algn="ctr">
              <a:lnSpc>
                <a:spcPct val="100000"/>
              </a:lnSpc>
              <a:spcBef>
                <a:spcPts val="0"/>
              </a:spcBef>
              <a:spcAft>
                <a:spcPts val="0"/>
              </a:spcAft>
              <a:buClr>
                <a:srgbClr val="FFFFFF"/>
              </a:buClr>
              <a:buSzPts val="1000"/>
              <a:buNone/>
              <a:defRPr sz="1000">
                <a:solidFill>
                  <a:srgbClr val="FFFFFF"/>
                </a:solidFill>
              </a:defRPr>
            </a:lvl8pPr>
            <a:lvl9pPr lvl="8" rtl="0" algn="ctr">
              <a:lnSpc>
                <a:spcPct val="100000"/>
              </a:lnSpc>
              <a:spcBef>
                <a:spcPts val="0"/>
              </a:spcBef>
              <a:spcAft>
                <a:spcPts val="0"/>
              </a:spcAft>
              <a:buClr>
                <a:srgbClr val="FFFFFF"/>
              </a:buClr>
              <a:buSzPts val="1000"/>
              <a:buNone/>
              <a:defRPr sz="1000">
                <a:solidFill>
                  <a:srgbClr val="FFFFFF"/>
                </a:solidFill>
              </a:defRPr>
            </a:lvl9pPr>
          </a:lstStyle>
          <a:p/>
        </p:txBody>
      </p:sp>
      <p:pic>
        <p:nvPicPr>
          <p:cNvPr id="49" name="Google Shape;49;p5"/>
          <p:cNvPicPr preferRelativeResize="0"/>
          <p:nvPr/>
        </p:nvPicPr>
        <p:blipFill>
          <a:blip r:embed="rId2">
            <a:alphaModFix/>
          </a:blip>
          <a:stretch>
            <a:fillRect/>
          </a:stretch>
        </p:blipFill>
        <p:spPr>
          <a:xfrm>
            <a:off x="0" y="0"/>
            <a:ext cx="2300675" cy="207590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EXT">
  <p:cSld name="CUSTOM_2_1_1">
    <p:bg>
      <p:bgPr>
        <a:gradFill>
          <a:gsLst>
            <a:gs pos="0">
              <a:srgbClr val="88D3CE"/>
            </a:gs>
            <a:gs pos="100000">
              <a:srgbClr val="423864"/>
            </a:gs>
          </a:gsLst>
          <a:lin ang="5400700" scaled="0"/>
        </a:gradFill>
      </p:bgPr>
    </p:bg>
    <p:spTree>
      <p:nvGrpSpPr>
        <p:cNvPr id="50" name="Shape 50"/>
        <p:cNvGrpSpPr/>
        <p:nvPr/>
      </p:nvGrpSpPr>
      <p:grpSpPr>
        <a:xfrm>
          <a:off x="0" y="0"/>
          <a:ext cx="0" cy="0"/>
          <a:chOff x="0" y="0"/>
          <a:chExt cx="0" cy="0"/>
        </a:xfrm>
      </p:grpSpPr>
      <p:pic>
        <p:nvPicPr>
          <p:cNvPr id="51" name="Google Shape;51;p6"/>
          <p:cNvPicPr preferRelativeResize="0"/>
          <p:nvPr/>
        </p:nvPicPr>
        <p:blipFill>
          <a:blip r:embed="rId2">
            <a:alphaModFix/>
          </a:blip>
          <a:stretch>
            <a:fillRect/>
          </a:stretch>
        </p:blipFill>
        <p:spPr>
          <a:xfrm>
            <a:off x="0" y="0"/>
            <a:ext cx="2300675" cy="2075900"/>
          </a:xfrm>
          <a:prstGeom prst="rect">
            <a:avLst/>
          </a:prstGeom>
          <a:noFill/>
          <a:ln>
            <a:noFill/>
          </a:ln>
        </p:spPr>
      </p:pic>
      <p:sp>
        <p:nvSpPr>
          <p:cNvPr id="52" name="Google Shape;52;p6"/>
          <p:cNvSpPr txBox="1"/>
          <p:nvPr>
            <p:ph type="ctrTitle"/>
          </p:nvPr>
        </p:nvSpPr>
        <p:spPr>
          <a:xfrm flipH="1">
            <a:off x="355600" y="2236500"/>
            <a:ext cx="3956100" cy="670500"/>
          </a:xfrm>
          <a:prstGeom prst="rect">
            <a:avLst/>
          </a:prstGeom>
        </p:spPr>
        <p:txBody>
          <a:bodyPr anchorCtr="0" anchor="ctr" bIns="91425" lIns="91425" spcFirstLastPara="1" rIns="91425" wrap="square" tIns="91425">
            <a:noAutofit/>
          </a:bodyPr>
          <a:lstStyle>
            <a:lvl1pPr lvl="0" rtl="0" algn="r">
              <a:spcBef>
                <a:spcPts val="0"/>
              </a:spcBef>
              <a:spcAft>
                <a:spcPts val="0"/>
              </a:spcAft>
              <a:buClr>
                <a:srgbClr val="FFFFFF"/>
              </a:buClr>
              <a:buSzPts val="3600"/>
              <a:buNone/>
              <a:defRPr sz="3600">
                <a:solidFill>
                  <a:srgbClr val="FFFFFF"/>
                </a:solidFill>
              </a:defRPr>
            </a:lvl1pPr>
            <a:lvl2pPr lvl="1" rtl="0" algn="r">
              <a:spcBef>
                <a:spcPts val="0"/>
              </a:spcBef>
              <a:spcAft>
                <a:spcPts val="0"/>
              </a:spcAft>
              <a:buClr>
                <a:srgbClr val="FFFFFF"/>
              </a:buClr>
              <a:buSzPts val="2400"/>
              <a:buNone/>
              <a:defRPr sz="2400">
                <a:solidFill>
                  <a:srgbClr val="FFFFFF"/>
                </a:solidFill>
              </a:defRPr>
            </a:lvl2pPr>
            <a:lvl3pPr lvl="2" rtl="0" algn="r">
              <a:spcBef>
                <a:spcPts val="0"/>
              </a:spcBef>
              <a:spcAft>
                <a:spcPts val="0"/>
              </a:spcAft>
              <a:buClr>
                <a:srgbClr val="FFFFFF"/>
              </a:buClr>
              <a:buSzPts val="2400"/>
              <a:buNone/>
              <a:defRPr sz="2400">
                <a:solidFill>
                  <a:srgbClr val="FFFFFF"/>
                </a:solidFill>
              </a:defRPr>
            </a:lvl3pPr>
            <a:lvl4pPr lvl="3" rtl="0" algn="r">
              <a:spcBef>
                <a:spcPts val="0"/>
              </a:spcBef>
              <a:spcAft>
                <a:spcPts val="0"/>
              </a:spcAft>
              <a:buClr>
                <a:srgbClr val="FFFFFF"/>
              </a:buClr>
              <a:buSzPts val="2400"/>
              <a:buNone/>
              <a:defRPr sz="2400">
                <a:solidFill>
                  <a:srgbClr val="FFFFFF"/>
                </a:solidFill>
              </a:defRPr>
            </a:lvl4pPr>
            <a:lvl5pPr lvl="4" rtl="0" algn="r">
              <a:spcBef>
                <a:spcPts val="0"/>
              </a:spcBef>
              <a:spcAft>
                <a:spcPts val="0"/>
              </a:spcAft>
              <a:buClr>
                <a:srgbClr val="FFFFFF"/>
              </a:buClr>
              <a:buSzPts val="2400"/>
              <a:buNone/>
              <a:defRPr sz="2400">
                <a:solidFill>
                  <a:srgbClr val="FFFFFF"/>
                </a:solidFill>
              </a:defRPr>
            </a:lvl5pPr>
            <a:lvl6pPr lvl="5" rtl="0" algn="r">
              <a:spcBef>
                <a:spcPts val="0"/>
              </a:spcBef>
              <a:spcAft>
                <a:spcPts val="0"/>
              </a:spcAft>
              <a:buClr>
                <a:srgbClr val="FFFFFF"/>
              </a:buClr>
              <a:buSzPts val="2400"/>
              <a:buNone/>
              <a:defRPr sz="2400">
                <a:solidFill>
                  <a:srgbClr val="FFFFFF"/>
                </a:solidFill>
              </a:defRPr>
            </a:lvl6pPr>
            <a:lvl7pPr lvl="6" rtl="0" algn="r">
              <a:spcBef>
                <a:spcPts val="0"/>
              </a:spcBef>
              <a:spcAft>
                <a:spcPts val="0"/>
              </a:spcAft>
              <a:buClr>
                <a:srgbClr val="FFFFFF"/>
              </a:buClr>
              <a:buSzPts val="2400"/>
              <a:buNone/>
              <a:defRPr sz="2400">
                <a:solidFill>
                  <a:srgbClr val="FFFFFF"/>
                </a:solidFill>
              </a:defRPr>
            </a:lvl7pPr>
            <a:lvl8pPr lvl="7" rtl="0" algn="r">
              <a:spcBef>
                <a:spcPts val="0"/>
              </a:spcBef>
              <a:spcAft>
                <a:spcPts val="0"/>
              </a:spcAft>
              <a:buClr>
                <a:srgbClr val="FFFFFF"/>
              </a:buClr>
              <a:buSzPts val="2400"/>
              <a:buNone/>
              <a:defRPr sz="2400">
                <a:solidFill>
                  <a:srgbClr val="FFFFFF"/>
                </a:solidFill>
              </a:defRPr>
            </a:lvl8pPr>
            <a:lvl9pPr lvl="8" rtl="0" algn="r">
              <a:spcBef>
                <a:spcPts val="0"/>
              </a:spcBef>
              <a:spcAft>
                <a:spcPts val="0"/>
              </a:spcAft>
              <a:buClr>
                <a:srgbClr val="FFFFFF"/>
              </a:buClr>
              <a:buSzPts val="2400"/>
              <a:buNone/>
              <a:defRPr sz="2400">
                <a:solidFill>
                  <a:srgbClr val="FFFFFF"/>
                </a:solidFill>
              </a:defRPr>
            </a:lvl9pPr>
          </a:lstStyle>
          <a:p/>
        </p:txBody>
      </p:sp>
      <p:sp>
        <p:nvSpPr>
          <p:cNvPr id="53" name="Google Shape;53;p6"/>
          <p:cNvSpPr txBox="1"/>
          <p:nvPr>
            <p:ph idx="1" type="subTitle"/>
          </p:nvPr>
        </p:nvSpPr>
        <p:spPr>
          <a:xfrm>
            <a:off x="4837607" y="2387850"/>
            <a:ext cx="1906500" cy="367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rgbClr val="FFFFFF"/>
              </a:buClr>
              <a:buSzPts val="1200"/>
              <a:buNone/>
              <a:defRPr sz="1200">
                <a:solidFill>
                  <a:srgbClr val="FFFFFF"/>
                </a:solidFill>
              </a:defRPr>
            </a:lvl1pPr>
            <a:lvl2pPr lvl="1" rtl="0">
              <a:lnSpc>
                <a:spcPct val="100000"/>
              </a:lnSpc>
              <a:spcBef>
                <a:spcPts val="0"/>
              </a:spcBef>
              <a:spcAft>
                <a:spcPts val="0"/>
              </a:spcAft>
              <a:buClr>
                <a:srgbClr val="FFFFFF"/>
              </a:buClr>
              <a:buSzPts val="1200"/>
              <a:buNone/>
              <a:defRPr sz="1200">
                <a:solidFill>
                  <a:srgbClr val="FFFFFF"/>
                </a:solidFill>
              </a:defRPr>
            </a:lvl2pPr>
            <a:lvl3pPr lvl="2" rtl="0">
              <a:lnSpc>
                <a:spcPct val="100000"/>
              </a:lnSpc>
              <a:spcBef>
                <a:spcPts val="0"/>
              </a:spcBef>
              <a:spcAft>
                <a:spcPts val="0"/>
              </a:spcAft>
              <a:buClr>
                <a:srgbClr val="FFFFFF"/>
              </a:buClr>
              <a:buSzPts val="1200"/>
              <a:buNone/>
              <a:defRPr sz="1200">
                <a:solidFill>
                  <a:srgbClr val="FFFFFF"/>
                </a:solidFill>
              </a:defRPr>
            </a:lvl3pPr>
            <a:lvl4pPr lvl="3" rtl="0">
              <a:lnSpc>
                <a:spcPct val="100000"/>
              </a:lnSpc>
              <a:spcBef>
                <a:spcPts val="0"/>
              </a:spcBef>
              <a:spcAft>
                <a:spcPts val="0"/>
              </a:spcAft>
              <a:buClr>
                <a:srgbClr val="FFFFFF"/>
              </a:buClr>
              <a:buSzPts val="1200"/>
              <a:buNone/>
              <a:defRPr sz="1200">
                <a:solidFill>
                  <a:srgbClr val="FFFFFF"/>
                </a:solidFill>
              </a:defRPr>
            </a:lvl4pPr>
            <a:lvl5pPr lvl="4" rtl="0">
              <a:lnSpc>
                <a:spcPct val="100000"/>
              </a:lnSpc>
              <a:spcBef>
                <a:spcPts val="0"/>
              </a:spcBef>
              <a:spcAft>
                <a:spcPts val="0"/>
              </a:spcAft>
              <a:buClr>
                <a:srgbClr val="FFFFFF"/>
              </a:buClr>
              <a:buSzPts val="1200"/>
              <a:buNone/>
              <a:defRPr sz="1200">
                <a:solidFill>
                  <a:srgbClr val="FFFFFF"/>
                </a:solidFill>
              </a:defRPr>
            </a:lvl5pPr>
            <a:lvl6pPr lvl="5" rtl="0">
              <a:lnSpc>
                <a:spcPct val="100000"/>
              </a:lnSpc>
              <a:spcBef>
                <a:spcPts val="0"/>
              </a:spcBef>
              <a:spcAft>
                <a:spcPts val="0"/>
              </a:spcAft>
              <a:buClr>
                <a:srgbClr val="FFFFFF"/>
              </a:buClr>
              <a:buSzPts val="1200"/>
              <a:buNone/>
              <a:defRPr sz="1200">
                <a:solidFill>
                  <a:srgbClr val="FFFFFF"/>
                </a:solidFill>
              </a:defRPr>
            </a:lvl6pPr>
            <a:lvl7pPr lvl="6" rtl="0">
              <a:lnSpc>
                <a:spcPct val="100000"/>
              </a:lnSpc>
              <a:spcBef>
                <a:spcPts val="0"/>
              </a:spcBef>
              <a:spcAft>
                <a:spcPts val="0"/>
              </a:spcAft>
              <a:buClr>
                <a:srgbClr val="FFFFFF"/>
              </a:buClr>
              <a:buSzPts val="1200"/>
              <a:buNone/>
              <a:defRPr sz="1200">
                <a:solidFill>
                  <a:srgbClr val="FFFFFF"/>
                </a:solidFill>
              </a:defRPr>
            </a:lvl7pPr>
            <a:lvl8pPr lvl="7" rtl="0">
              <a:lnSpc>
                <a:spcPct val="100000"/>
              </a:lnSpc>
              <a:spcBef>
                <a:spcPts val="0"/>
              </a:spcBef>
              <a:spcAft>
                <a:spcPts val="0"/>
              </a:spcAft>
              <a:buClr>
                <a:srgbClr val="FFFFFF"/>
              </a:buClr>
              <a:buSzPts val="1200"/>
              <a:buNone/>
              <a:defRPr sz="1200">
                <a:solidFill>
                  <a:srgbClr val="FFFFFF"/>
                </a:solidFill>
              </a:defRPr>
            </a:lvl8pPr>
            <a:lvl9pPr lvl="8" rtl="0">
              <a:lnSpc>
                <a:spcPct val="100000"/>
              </a:lnSpc>
              <a:spcBef>
                <a:spcPts val="0"/>
              </a:spcBef>
              <a:spcAft>
                <a:spcPts val="0"/>
              </a:spcAft>
              <a:buClr>
                <a:srgbClr val="FFFFFF"/>
              </a:buClr>
              <a:buSzPts val="1200"/>
              <a:buNone/>
              <a:defRPr sz="1200">
                <a:solidFill>
                  <a:srgbClr val="FFFFFF"/>
                </a:solidFill>
              </a:defRPr>
            </a:lvl9pPr>
          </a:lstStyle>
          <a:p/>
        </p:txBody>
      </p:sp>
      <p:pic>
        <p:nvPicPr>
          <p:cNvPr id="54" name="Google Shape;54;p6"/>
          <p:cNvPicPr preferRelativeResize="0"/>
          <p:nvPr/>
        </p:nvPicPr>
        <p:blipFill>
          <a:blip r:embed="rId2">
            <a:alphaModFix/>
          </a:blip>
          <a:stretch>
            <a:fillRect/>
          </a:stretch>
        </p:blipFill>
        <p:spPr>
          <a:xfrm rot="10800000">
            <a:off x="6843325" y="3067600"/>
            <a:ext cx="2300675" cy="2075900"/>
          </a:xfrm>
          <a:prstGeom prst="rect">
            <a:avLst/>
          </a:prstGeom>
          <a:noFill/>
          <a:ln>
            <a:noFill/>
          </a:ln>
        </p:spPr>
      </p:pic>
      <p:cxnSp>
        <p:nvCxnSpPr>
          <p:cNvPr id="55" name="Google Shape;55;p6"/>
          <p:cNvCxnSpPr/>
          <p:nvPr/>
        </p:nvCxnSpPr>
        <p:spPr>
          <a:xfrm>
            <a:off x="4572000" y="1228200"/>
            <a:ext cx="0" cy="2687100"/>
          </a:xfrm>
          <a:prstGeom prst="straightConnector1">
            <a:avLst/>
          </a:prstGeom>
          <a:noFill/>
          <a:ln cap="flat" cmpd="sng" w="19050">
            <a:solidFill>
              <a:srgbClr val="FFFFFF"/>
            </a:solidFill>
            <a:prstDash val="solid"/>
            <a:round/>
            <a:headEnd len="med" w="med" type="none"/>
            <a:tailEnd len="med" w="med"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EXT">
  <p:cSld name="CUSTOM_2">
    <p:spTree>
      <p:nvGrpSpPr>
        <p:cNvPr id="56" name="Shape 56"/>
        <p:cNvGrpSpPr/>
        <p:nvPr/>
      </p:nvGrpSpPr>
      <p:grpSpPr>
        <a:xfrm>
          <a:off x="0" y="0"/>
          <a:ext cx="0" cy="0"/>
          <a:chOff x="0" y="0"/>
          <a:chExt cx="0" cy="0"/>
        </a:xfrm>
      </p:grpSpPr>
      <p:sp>
        <p:nvSpPr>
          <p:cNvPr id="57" name="Google Shape;57;p7"/>
          <p:cNvSpPr txBox="1"/>
          <p:nvPr>
            <p:ph idx="1" type="subTitle"/>
          </p:nvPr>
        </p:nvSpPr>
        <p:spPr>
          <a:xfrm>
            <a:off x="1397425" y="2809300"/>
            <a:ext cx="3012600" cy="1748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1200"/>
              <a:buNone/>
              <a:defRPr sz="1200">
                <a:solidFill>
                  <a:srgbClr val="FFFFFF"/>
                </a:solidFill>
              </a:defRPr>
            </a:lvl1pPr>
            <a:lvl2pPr lvl="1" rtl="0">
              <a:lnSpc>
                <a:spcPct val="100000"/>
              </a:lnSpc>
              <a:spcBef>
                <a:spcPts val="0"/>
              </a:spcBef>
              <a:spcAft>
                <a:spcPts val="0"/>
              </a:spcAft>
              <a:buClr>
                <a:srgbClr val="FFFFFF"/>
              </a:buClr>
              <a:buSzPts val="1200"/>
              <a:buNone/>
              <a:defRPr sz="1200">
                <a:solidFill>
                  <a:srgbClr val="FFFFFF"/>
                </a:solidFill>
              </a:defRPr>
            </a:lvl2pPr>
            <a:lvl3pPr lvl="2" rtl="0">
              <a:lnSpc>
                <a:spcPct val="100000"/>
              </a:lnSpc>
              <a:spcBef>
                <a:spcPts val="0"/>
              </a:spcBef>
              <a:spcAft>
                <a:spcPts val="0"/>
              </a:spcAft>
              <a:buClr>
                <a:srgbClr val="FFFFFF"/>
              </a:buClr>
              <a:buSzPts val="1200"/>
              <a:buNone/>
              <a:defRPr sz="1200">
                <a:solidFill>
                  <a:srgbClr val="FFFFFF"/>
                </a:solidFill>
              </a:defRPr>
            </a:lvl3pPr>
            <a:lvl4pPr lvl="3" rtl="0">
              <a:lnSpc>
                <a:spcPct val="100000"/>
              </a:lnSpc>
              <a:spcBef>
                <a:spcPts val="0"/>
              </a:spcBef>
              <a:spcAft>
                <a:spcPts val="0"/>
              </a:spcAft>
              <a:buClr>
                <a:srgbClr val="FFFFFF"/>
              </a:buClr>
              <a:buSzPts val="1200"/>
              <a:buNone/>
              <a:defRPr sz="1200">
                <a:solidFill>
                  <a:srgbClr val="FFFFFF"/>
                </a:solidFill>
              </a:defRPr>
            </a:lvl4pPr>
            <a:lvl5pPr lvl="4" rtl="0">
              <a:lnSpc>
                <a:spcPct val="100000"/>
              </a:lnSpc>
              <a:spcBef>
                <a:spcPts val="0"/>
              </a:spcBef>
              <a:spcAft>
                <a:spcPts val="0"/>
              </a:spcAft>
              <a:buClr>
                <a:srgbClr val="FFFFFF"/>
              </a:buClr>
              <a:buSzPts val="1200"/>
              <a:buNone/>
              <a:defRPr sz="1200">
                <a:solidFill>
                  <a:srgbClr val="FFFFFF"/>
                </a:solidFill>
              </a:defRPr>
            </a:lvl5pPr>
            <a:lvl6pPr lvl="5" rtl="0">
              <a:lnSpc>
                <a:spcPct val="100000"/>
              </a:lnSpc>
              <a:spcBef>
                <a:spcPts val="0"/>
              </a:spcBef>
              <a:spcAft>
                <a:spcPts val="0"/>
              </a:spcAft>
              <a:buClr>
                <a:srgbClr val="FFFFFF"/>
              </a:buClr>
              <a:buSzPts val="1200"/>
              <a:buNone/>
              <a:defRPr sz="1200">
                <a:solidFill>
                  <a:srgbClr val="FFFFFF"/>
                </a:solidFill>
              </a:defRPr>
            </a:lvl6pPr>
            <a:lvl7pPr lvl="6" rtl="0">
              <a:lnSpc>
                <a:spcPct val="100000"/>
              </a:lnSpc>
              <a:spcBef>
                <a:spcPts val="0"/>
              </a:spcBef>
              <a:spcAft>
                <a:spcPts val="0"/>
              </a:spcAft>
              <a:buClr>
                <a:srgbClr val="FFFFFF"/>
              </a:buClr>
              <a:buSzPts val="1200"/>
              <a:buNone/>
              <a:defRPr sz="1200">
                <a:solidFill>
                  <a:srgbClr val="FFFFFF"/>
                </a:solidFill>
              </a:defRPr>
            </a:lvl7pPr>
            <a:lvl8pPr lvl="7" rtl="0">
              <a:lnSpc>
                <a:spcPct val="100000"/>
              </a:lnSpc>
              <a:spcBef>
                <a:spcPts val="0"/>
              </a:spcBef>
              <a:spcAft>
                <a:spcPts val="0"/>
              </a:spcAft>
              <a:buClr>
                <a:srgbClr val="FFFFFF"/>
              </a:buClr>
              <a:buSzPts val="1200"/>
              <a:buNone/>
              <a:defRPr sz="1200">
                <a:solidFill>
                  <a:srgbClr val="FFFFFF"/>
                </a:solidFill>
              </a:defRPr>
            </a:lvl8pPr>
            <a:lvl9pPr lvl="8" rtl="0">
              <a:lnSpc>
                <a:spcPct val="100000"/>
              </a:lnSpc>
              <a:spcBef>
                <a:spcPts val="0"/>
              </a:spcBef>
              <a:spcAft>
                <a:spcPts val="0"/>
              </a:spcAft>
              <a:buClr>
                <a:srgbClr val="FFFFFF"/>
              </a:buClr>
              <a:buSzPts val="1200"/>
              <a:buNone/>
              <a:defRPr sz="1200">
                <a:solidFill>
                  <a:srgbClr val="FFFFFF"/>
                </a:solidFill>
              </a:defRPr>
            </a:lvl9pPr>
          </a:lstStyle>
          <a:p/>
        </p:txBody>
      </p:sp>
      <p:pic>
        <p:nvPicPr>
          <p:cNvPr id="58" name="Google Shape;58;p7"/>
          <p:cNvPicPr preferRelativeResize="0"/>
          <p:nvPr/>
        </p:nvPicPr>
        <p:blipFill>
          <a:blip r:embed="rId2">
            <a:alphaModFix/>
          </a:blip>
          <a:stretch>
            <a:fillRect/>
          </a:stretch>
        </p:blipFill>
        <p:spPr>
          <a:xfrm rot="10800000">
            <a:off x="5334325" y="1725475"/>
            <a:ext cx="3802725" cy="3431200"/>
          </a:xfrm>
          <a:prstGeom prst="rect">
            <a:avLst/>
          </a:prstGeom>
          <a:noFill/>
          <a:ln>
            <a:noFill/>
          </a:ln>
        </p:spPr>
      </p:pic>
      <p:cxnSp>
        <p:nvCxnSpPr>
          <p:cNvPr id="59" name="Google Shape;59;p7"/>
          <p:cNvCxnSpPr/>
          <p:nvPr/>
        </p:nvCxnSpPr>
        <p:spPr>
          <a:xfrm>
            <a:off x="3444375" y="2693550"/>
            <a:ext cx="1797900" cy="0"/>
          </a:xfrm>
          <a:prstGeom prst="straightConnector1">
            <a:avLst/>
          </a:prstGeom>
          <a:noFill/>
          <a:ln cap="flat" cmpd="sng" w="19050">
            <a:solidFill>
              <a:srgbClr val="FFFFFF"/>
            </a:solidFill>
            <a:prstDash val="solid"/>
            <a:round/>
            <a:headEnd len="med" w="med" type="none"/>
            <a:tailEnd len="med" w="med" type="none"/>
          </a:ln>
        </p:spPr>
      </p:cxnSp>
      <p:sp>
        <p:nvSpPr>
          <p:cNvPr id="60" name="Google Shape;60;p7"/>
          <p:cNvSpPr txBox="1"/>
          <p:nvPr>
            <p:ph type="ctrTitle"/>
          </p:nvPr>
        </p:nvSpPr>
        <p:spPr>
          <a:xfrm flipH="1">
            <a:off x="2714084" y="1890188"/>
            <a:ext cx="3956100" cy="670500"/>
          </a:xfrm>
          <a:prstGeom prst="rect">
            <a:avLst/>
          </a:prstGeom>
        </p:spPr>
        <p:txBody>
          <a:bodyPr anchorCtr="0" anchor="b" bIns="91425" lIns="91425" spcFirstLastPara="1" rIns="91425" wrap="square" tIns="91425">
            <a:noAutofit/>
          </a:bodyPr>
          <a:lstStyle>
            <a:lvl1pPr lvl="0" rtl="0" algn="r">
              <a:spcBef>
                <a:spcPts val="0"/>
              </a:spcBef>
              <a:spcAft>
                <a:spcPts val="0"/>
              </a:spcAft>
              <a:buClr>
                <a:srgbClr val="FFFFFF"/>
              </a:buClr>
              <a:buSzPts val="4800"/>
              <a:buNone/>
              <a:defRPr sz="4800">
                <a:solidFill>
                  <a:srgbClr val="FFFFFF"/>
                </a:solidFill>
              </a:defRPr>
            </a:lvl1pPr>
            <a:lvl2pPr lvl="1" rtl="0" algn="r">
              <a:spcBef>
                <a:spcPts val="0"/>
              </a:spcBef>
              <a:spcAft>
                <a:spcPts val="0"/>
              </a:spcAft>
              <a:buClr>
                <a:srgbClr val="FFFFFF"/>
              </a:buClr>
              <a:buSzPts val="2400"/>
              <a:buNone/>
              <a:defRPr sz="2400">
                <a:solidFill>
                  <a:srgbClr val="FFFFFF"/>
                </a:solidFill>
              </a:defRPr>
            </a:lvl2pPr>
            <a:lvl3pPr lvl="2" rtl="0" algn="r">
              <a:spcBef>
                <a:spcPts val="0"/>
              </a:spcBef>
              <a:spcAft>
                <a:spcPts val="0"/>
              </a:spcAft>
              <a:buClr>
                <a:srgbClr val="FFFFFF"/>
              </a:buClr>
              <a:buSzPts val="2400"/>
              <a:buNone/>
              <a:defRPr sz="2400">
                <a:solidFill>
                  <a:srgbClr val="FFFFFF"/>
                </a:solidFill>
              </a:defRPr>
            </a:lvl3pPr>
            <a:lvl4pPr lvl="3" rtl="0" algn="r">
              <a:spcBef>
                <a:spcPts val="0"/>
              </a:spcBef>
              <a:spcAft>
                <a:spcPts val="0"/>
              </a:spcAft>
              <a:buClr>
                <a:srgbClr val="FFFFFF"/>
              </a:buClr>
              <a:buSzPts val="2400"/>
              <a:buNone/>
              <a:defRPr sz="2400">
                <a:solidFill>
                  <a:srgbClr val="FFFFFF"/>
                </a:solidFill>
              </a:defRPr>
            </a:lvl4pPr>
            <a:lvl5pPr lvl="4" rtl="0" algn="r">
              <a:spcBef>
                <a:spcPts val="0"/>
              </a:spcBef>
              <a:spcAft>
                <a:spcPts val="0"/>
              </a:spcAft>
              <a:buClr>
                <a:srgbClr val="FFFFFF"/>
              </a:buClr>
              <a:buSzPts val="2400"/>
              <a:buNone/>
              <a:defRPr sz="2400">
                <a:solidFill>
                  <a:srgbClr val="FFFFFF"/>
                </a:solidFill>
              </a:defRPr>
            </a:lvl5pPr>
            <a:lvl6pPr lvl="5" rtl="0" algn="r">
              <a:spcBef>
                <a:spcPts val="0"/>
              </a:spcBef>
              <a:spcAft>
                <a:spcPts val="0"/>
              </a:spcAft>
              <a:buClr>
                <a:srgbClr val="FFFFFF"/>
              </a:buClr>
              <a:buSzPts val="2400"/>
              <a:buNone/>
              <a:defRPr sz="2400">
                <a:solidFill>
                  <a:srgbClr val="FFFFFF"/>
                </a:solidFill>
              </a:defRPr>
            </a:lvl6pPr>
            <a:lvl7pPr lvl="6" rtl="0" algn="r">
              <a:spcBef>
                <a:spcPts val="0"/>
              </a:spcBef>
              <a:spcAft>
                <a:spcPts val="0"/>
              </a:spcAft>
              <a:buClr>
                <a:srgbClr val="FFFFFF"/>
              </a:buClr>
              <a:buSzPts val="2400"/>
              <a:buNone/>
              <a:defRPr sz="2400">
                <a:solidFill>
                  <a:srgbClr val="FFFFFF"/>
                </a:solidFill>
              </a:defRPr>
            </a:lvl7pPr>
            <a:lvl8pPr lvl="7" rtl="0" algn="r">
              <a:spcBef>
                <a:spcPts val="0"/>
              </a:spcBef>
              <a:spcAft>
                <a:spcPts val="0"/>
              </a:spcAft>
              <a:buClr>
                <a:srgbClr val="FFFFFF"/>
              </a:buClr>
              <a:buSzPts val="2400"/>
              <a:buNone/>
              <a:defRPr sz="2400">
                <a:solidFill>
                  <a:srgbClr val="FFFFFF"/>
                </a:solidFill>
              </a:defRPr>
            </a:lvl8pPr>
            <a:lvl9pPr lvl="8" rtl="0" algn="r">
              <a:spcBef>
                <a:spcPts val="0"/>
              </a:spcBef>
              <a:spcAft>
                <a:spcPts val="0"/>
              </a:spcAft>
              <a:buClr>
                <a:srgbClr val="FFFFFF"/>
              </a:buClr>
              <a:buSzPts val="2400"/>
              <a:buNone/>
              <a:defRPr sz="2400">
                <a:solidFill>
                  <a:srgbClr val="FFFFFF"/>
                </a:solidFill>
              </a:defRPr>
            </a:lvl9pPr>
          </a:lstStyle>
          <a:p/>
        </p:txBody>
      </p:sp>
    </p:spTree>
  </p:cSld>
  <p:clrMapOvr>
    <a:masterClrMapping/>
  </p:clrMapOvr>
  <p:extLst>
    <p:ext uri="{DCECCB84-F9BA-43D5-87BE-67443E8EF086}">
      <p15:sldGuideLst>
        <p15:guide id="1" pos="2778">
          <p15:clr>
            <a:srgbClr val="FA7B17"/>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S">
  <p:cSld name="CUSTOM_3">
    <p:spTree>
      <p:nvGrpSpPr>
        <p:cNvPr id="61" name="Shape 61"/>
        <p:cNvGrpSpPr/>
        <p:nvPr/>
      </p:nvGrpSpPr>
      <p:grpSpPr>
        <a:xfrm>
          <a:off x="0" y="0"/>
          <a:ext cx="0" cy="0"/>
          <a:chOff x="0" y="0"/>
          <a:chExt cx="0" cy="0"/>
        </a:xfrm>
      </p:grpSpPr>
      <p:pic>
        <p:nvPicPr>
          <p:cNvPr id="62" name="Google Shape;62;p8"/>
          <p:cNvPicPr preferRelativeResize="0"/>
          <p:nvPr/>
        </p:nvPicPr>
        <p:blipFill>
          <a:blip r:embed="rId2">
            <a:alphaModFix/>
          </a:blip>
          <a:stretch>
            <a:fillRect/>
          </a:stretch>
        </p:blipFill>
        <p:spPr>
          <a:xfrm flipH="1">
            <a:off x="6843225" y="0"/>
            <a:ext cx="2300675" cy="2075900"/>
          </a:xfrm>
          <a:prstGeom prst="rect">
            <a:avLst/>
          </a:prstGeom>
          <a:noFill/>
          <a:ln>
            <a:noFill/>
          </a:ln>
        </p:spPr>
      </p:pic>
      <p:sp>
        <p:nvSpPr>
          <p:cNvPr id="63" name="Google Shape;63;p8"/>
          <p:cNvSpPr txBox="1"/>
          <p:nvPr>
            <p:ph type="ctrTitle"/>
          </p:nvPr>
        </p:nvSpPr>
        <p:spPr>
          <a:xfrm>
            <a:off x="749100" y="507400"/>
            <a:ext cx="8394900" cy="6705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FFFFFF"/>
              </a:buClr>
              <a:buSzPts val="3600"/>
              <a:buNone/>
              <a:defRPr sz="3600">
                <a:solidFill>
                  <a:srgbClr val="FFFFFF"/>
                </a:solidFill>
              </a:defRPr>
            </a:lvl1pPr>
            <a:lvl2pPr lvl="1" rtl="0" algn="r">
              <a:spcBef>
                <a:spcPts val="0"/>
              </a:spcBef>
              <a:spcAft>
                <a:spcPts val="0"/>
              </a:spcAft>
              <a:buClr>
                <a:srgbClr val="FFFFFF"/>
              </a:buClr>
              <a:buSzPts val="2400"/>
              <a:buNone/>
              <a:defRPr sz="2400">
                <a:solidFill>
                  <a:srgbClr val="FFFFFF"/>
                </a:solidFill>
              </a:defRPr>
            </a:lvl2pPr>
            <a:lvl3pPr lvl="2" rtl="0" algn="r">
              <a:spcBef>
                <a:spcPts val="0"/>
              </a:spcBef>
              <a:spcAft>
                <a:spcPts val="0"/>
              </a:spcAft>
              <a:buClr>
                <a:srgbClr val="FFFFFF"/>
              </a:buClr>
              <a:buSzPts val="2400"/>
              <a:buNone/>
              <a:defRPr sz="2400">
                <a:solidFill>
                  <a:srgbClr val="FFFFFF"/>
                </a:solidFill>
              </a:defRPr>
            </a:lvl3pPr>
            <a:lvl4pPr lvl="3" rtl="0" algn="r">
              <a:spcBef>
                <a:spcPts val="0"/>
              </a:spcBef>
              <a:spcAft>
                <a:spcPts val="0"/>
              </a:spcAft>
              <a:buClr>
                <a:srgbClr val="FFFFFF"/>
              </a:buClr>
              <a:buSzPts val="2400"/>
              <a:buNone/>
              <a:defRPr sz="2400">
                <a:solidFill>
                  <a:srgbClr val="FFFFFF"/>
                </a:solidFill>
              </a:defRPr>
            </a:lvl4pPr>
            <a:lvl5pPr lvl="4" rtl="0" algn="r">
              <a:spcBef>
                <a:spcPts val="0"/>
              </a:spcBef>
              <a:spcAft>
                <a:spcPts val="0"/>
              </a:spcAft>
              <a:buClr>
                <a:srgbClr val="FFFFFF"/>
              </a:buClr>
              <a:buSzPts val="2400"/>
              <a:buNone/>
              <a:defRPr sz="2400">
                <a:solidFill>
                  <a:srgbClr val="FFFFFF"/>
                </a:solidFill>
              </a:defRPr>
            </a:lvl5pPr>
            <a:lvl6pPr lvl="5" rtl="0" algn="r">
              <a:spcBef>
                <a:spcPts val="0"/>
              </a:spcBef>
              <a:spcAft>
                <a:spcPts val="0"/>
              </a:spcAft>
              <a:buClr>
                <a:srgbClr val="FFFFFF"/>
              </a:buClr>
              <a:buSzPts val="2400"/>
              <a:buNone/>
              <a:defRPr sz="2400">
                <a:solidFill>
                  <a:srgbClr val="FFFFFF"/>
                </a:solidFill>
              </a:defRPr>
            </a:lvl6pPr>
            <a:lvl7pPr lvl="6" rtl="0" algn="r">
              <a:spcBef>
                <a:spcPts val="0"/>
              </a:spcBef>
              <a:spcAft>
                <a:spcPts val="0"/>
              </a:spcAft>
              <a:buClr>
                <a:srgbClr val="FFFFFF"/>
              </a:buClr>
              <a:buSzPts val="2400"/>
              <a:buNone/>
              <a:defRPr sz="2400">
                <a:solidFill>
                  <a:srgbClr val="FFFFFF"/>
                </a:solidFill>
              </a:defRPr>
            </a:lvl7pPr>
            <a:lvl8pPr lvl="7" rtl="0" algn="r">
              <a:spcBef>
                <a:spcPts val="0"/>
              </a:spcBef>
              <a:spcAft>
                <a:spcPts val="0"/>
              </a:spcAft>
              <a:buClr>
                <a:srgbClr val="FFFFFF"/>
              </a:buClr>
              <a:buSzPts val="2400"/>
              <a:buNone/>
              <a:defRPr sz="2400">
                <a:solidFill>
                  <a:srgbClr val="FFFFFF"/>
                </a:solidFill>
              </a:defRPr>
            </a:lvl8pPr>
            <a:lvl9pPr lvl="8" rtl="0" algn="r">
              <a:spcBef>
                <a:spcPts val="0"/>
              </a:spcBef>
              <a:spcAft>
                <a:spcPts val="0"/>
              </a:spcAft>
              <a:buClr>
                <a:srgbClr val="FFFFFF"/>
              </a:buClr>
              <a:buSzPts val="2400"/>
              <a:buNone/>
              <a:defRPr sz="2400">
                <a:solidFill>
                  <a:srgbClr val="FFFFFF"/>
                </a:solidFill>
              </a:defRPr>
            </a:lvl9pPr>
          </a:lstStyle>
          <a:p/>
        </p:txBody>
      </p:sp>
      <p:sp>
        <p:nvSpPr>
          <p:cNvPr id="64" name="Google Shape;64;p8"/>
          <p:cNvSpPr txBox="1"/>
          <p:nvPr>
            <p:ph idx="2" type="ctrTitle"/>
          </p:nvPr>
        </p:nvSpPr>
        <p:spPr>
          <a:xfrm>
            <a:off x="2750155" y="1802125"/>
            <a:ext cx="15702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1400"/>
              <a:buNone/>
              <a:defRPr sz="1400">
                <a:solidFill>
                  <a:srgbClr val="FFFFFF"/>
                </a:solidFill>
              </a:defRPr>
            </a:lvl1pPr>
            <a:lvl2pPr lvl="1" rtl="0" algn="ctr">
              <a:spcBef>
                <a:spcPts val="0"/>
              </a:spcBef>
              <a:spcAft>
                <a:spcPts val="0"/>
              </a:spcAft>
              <a:buClr>
                <a:srgbClr val="FFFFFF"/>
              </a:buClr>
              <a:buSzPts val="1800"/>
              <a:buNone/>
              <a:defRPr sz="1800">
                <a:solidFill>
                  <a:srgbClr val="FFFFFF"/>
                </a:solidFill>
              </a:defRPr>
            </a:lvl2pPr>
            <a:lvl3pPr lvl="2" rtl="0" algn="ctr">
              <a:spcBef>
                <a:spcPts val="0"/>
              </a:spcBef>
              <a:spcAft>
                <a:spcPts val="0"/>
              </a:spcAft>
              <a:buClr>
                <a:srgbClr val="FFFFFF"/>
              </a:buClr>
              <a:buSzPts val="1800"/>
              <a:buNone/>
              <a:defRPr sz="1800">
                <a:solidFill>
                  <a:srgbClr val="FFFFFF"/>
                </a:solidFill>
              </a:defRPr>
            </a:lvl3pPr>
            <a:lvl4pPr lvl="3" rtl="0" algn="ctr">
              <a:spcBef>
                <a:spcPts val="0"/>
              </a:spcBef>
              <a:spcAft>
                <a:spcPts val="0"/>
              </a:spcAft>
              <a:buClr>
                <a:srgbClr val="FFFFFF"/>
              </a:buClr>
              <a:buSzPts val="1800"/>
              <a:buNone/>
              <a:defRPr sz="1800">
                <a:solidFill>
                  <a:srgbClr val="FFFFFF"/>
                </a:solidFill>
              </a:defRPr>
            </a:lvl4pPr>
            <a:lvl5pPr lvl="4" rtl="0" algn="ctr">
              <a:spcBef>
                <a:spcPts val="0"/>
              </a:spcBef>
              <a:spcAft>
                <a:spcPts val="0"/>
              </a:spcAft>
              <a:buClr>
                <a:srgbClr val="FFFFFF"/>
              </a:buClr>
              <a:buSzPts val="1800"/>
              <a:buNone/>
              <a:defRPr sz="1800">
                <a:solidFill>
                  <a:srgbClr val="FFFFFF"/>
                </a:solidFill>
              </a:defRPr>
            </a:lvl5pPr>
            <a:lvl6pPr lvl="5" rtl="0" algn="ctr">
              <a:spcBef>
                <a:spcPts val="0"/>
              </a:spcBef>
              <a:spcAft>
                <a:spcPts val="0"/>
              </a:spcAft>
              <a:buClr>
                <a:srgbClr val="FFFFFF"/>
              </a:buClr>
              <a:buSzPts val="1800"/>
              <a:buNone/>
              <a:defRPr sz="1800">
                <a:solidFill>
                  <a:srgbClr val="FFFFFF"/>
                </a:solidFill>
              </a:defRPr>
            </a:lvl6pPr>
            <a:lvl7pPr lvl="6" rtl="0" algn="ctr">
              <a:spcBef>
                <a:spcPts val="0"/>
              </a:spcBef>
              <a:spcAft>
                <a:spcPts val="0"/>
              </a:spcAft>
              <a:buClr>
                <a:srgbClr val="FFFFFF"/>
              </a:buClr>
              <a:buSzPts val="1800"/>
              <a:buNone/>
              <a:defRPr sz="1800">
                <a:solidFill>
                  <a:srgbClr val="FFFFFF"/>
                </a:solidFill>
              </a:defRPr>
            </a:lvl7pPr>
            <a:lvl8pPr lvl="7" rtl="0" algn="ctr">
              <a:spcBef>
                <a:spcPts val="0"/>
              </a:spcBef>
              <a:spcAft>
                <a:spcPts val="0"/>
              </a:spcAft>
              <a:buClr>
                <a:srgbClr val="FFFFFF"/>
              </a:buClr>
              <a:buSzPts val="1800"/>
              <a:buNone/>
              <a:defRPr sz="1800">
                <a:solidFill>
                  <a:srgbClr val="FFFFFF"/>
                </a:solidFill>
              </a:defRPr>
            </a:lvl8pPr>
            <a:lvl9pPr lvl="8" rtl="0" algn="ctr">
              <a:spcBef>
                <a:spcPts val="0"/>
              </a:spcBef>
              <a:spcAft>
                <a:spcPts val="0"/>
              </a:spcAft>
              <a:buClr>
                <a:srgbClr val="FFFFFF"/>
              </a:buClr>
              <a:buSzPts val="1800"/>
              <a:buNone/>
              <a:defRPr sz="1800">
                <a:solidFill>
                  <a:srgbClr val="FFFFFF"/>
                </a:solidFill>
              </a:defRPr>
            </a:lvl9pPr>
          </a:lstStyle>
          <a:p/>
        </p:txBody>
      </p:sp>
      <p:sp>
        <p:nvSpPr>
          <p:cNvPr id="65" name="Google Shape;65;p8"/>
          <p:cNvSpPr txBox="1"/>
          <p:nvPr>
            <p:ph idx="1" type="subTitle"/>
          </p:nvPr>
        </p:nvSpPr>
        <p:spPr>
          <a:xfrm>
            <a:off x="2750119" y="2263575"/>
            <a:ext cx="1570200" cy="367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1000"/>
              <a:buNone/>
              <a:defRPr sz="1000">
                <a:solidFill>
                  <a:srgbClr val="FFFFFF"/>
                </a:solidFill>
              </a:defRPr>
            </a:lvl1pPr>
            <a:lvl2pPr lvl="1" rtl="0" algn="ctr">
              <a:lnSpc>
                <a:spcPct val="100000"/>
              </a:lnSpc>
              <a:spcBef>
                <a:spcPts val="0"/>
              </a:spcBef>
              <a:spcAft>
                <a:spcPts val="0"/>
              </a:spcAft>
              <a:buClr>
                <a:srgbClr val="FFFFFF"/>
              </a:buClr>
              <a:buSzPts val="1000"/>
              <a:buNone/>
              <a:defRPr sz="1000">
                <a:solidFill>
                  <a:srgbClr val="FFFFFF"/>
                </a:solidFill>
              </a:defRPr>
            </a:lvl2pPr>
            <a:lvl3pPr lvl="2" rtl="0" algn="ctr">
              <a:lnSpc>
                <a:spcPct val="100000"/>
              </a:lnSpc>
              <a:spcBef>
                <a:spcPts val="0"/>
              </a:spcBef>
              <a:spcAft>
                <a:spcPts val="0"/>
              </a:spcAft>
              <a:buClr>
                <a:srgbClr val="FFFFFF"/>
              </a:buClr>
              <a:buSzPts val="1000"/>
              <a:buNone/>
              <a:defRPr sz="1000">
                <a:solidFill>
                  <a:srgbClr val="FFFFFF"/>
                </a:solidFill>
              </a:defRPr>
            </a:lvl3pPr>
            <a:lvl4pPr lvl="3" rtl="0" algn="ctr">
              <a:lnSpc>
                <a:spcPct val="100000"/>
              </a:lnSpc>
              <a:spcBef>
                <a:spcPts val="0"/>
              </a:spcBef>
              <a:spcAft>
                <a:spcPts val="0"/>
              </a:spcAft>
              <a:buClr>
                <a:srgbClr val="FFFFFF"/>
              </a:buClr>
              <a:buSzPts val="1000"/>
              <a:buNone/>
              <a:defRPr sz="1000">
                <a:solidFill>
                  <a:srgbClr val="FFFFFF"/>
                </a:solidFill>
              </a:defRPr>
            </a:lvl4pPr>
            <a:lvl5pPr lvl="4" rtl="0" algn="ctr">
              <a:lnSpc>
                <a:spcPct val="100000"/>
              </a:lnSpc>
              <a:spcBef>
                <a:spcPts val="0"/>
              </a:spcBef>
              <a:spcAft>
                <a:spcPts val="0"/>
              </a:spcAft>
              <a:buClr>
                <a:srgbClr val="FFFFFF"/>
              </a:buClr>
              <a:buSzPts val="1000"/>
              <a:buNone/>
              <a:defRPr sz="1000">
                <a:solidFill>
                  <a:srgbClr val="FFFFFF"/>
                </a:solidFill>
              </a:defRPr>
            </a:lvl5pPr>
            <a:lvl6pPr lvl="5" rtl="0" algn="ctr">
              <a:lnSpc>
                <a:spcPct val="100000"/>
              </a:lnSpc>
              <a:spcBef>
                <a:spcPts val="0"/>
              </a:spcBef>
              <a:spcAft>
                <a:spcPts val="0"/>
              </a:spcAft>
              <a:buClr>
                <a:srgbClr val="FFFFFF"/>
              </a:buClr>
              <a:buSzPts val="1000"/>
              <a:buNone/>
              <a:defRPr sz="1000">
                <a:solidFill>
                  <a:srgbClr val="FFFFFF"/>
                </a:solidFill>
              </a:defRPr>
            </a:lvl6pPr>
            <a:lvl7pPr lvl="6" rtl="0" algn="ctr">
              <a:lnSpc>
                <a:spcPct val="100000"/>
              </a:lnSpc>
              <a:spcBef>
                <a:spcPts val="0"/>
              </a:spcBef>
              <a:spcAft>
                <a:spcPts val="0"/>
              </a:spcAft>
              <a:buClr>
                <a:srgbClr val="FFFFFF"/>
              </a:buClr>
              <a:buSzPts val="1000"/>
              <a:buNone/>
              <a:defRPr sz="1000">
                <a:solidFill>
                  <a:srgbClr val="FFFFFF"/>
                </a:solidFill>
              </a:defRPr>
            </a:lvl7pPr>
            <a:lvl8pPr lvl="7" rtl="0" algn="ctr">
              <a:lnSpc>
                <a:spcPct val="100000"/>
              </a:lnSpc>
              <a:spcBef>
                <a:spcPts val="0"/>
              </a:spcBef>
              <a:spcAft>
                <a:spcPts val="0"/>
              </a:spcAft>
              <a:buClr>
                <a:srgbClr val="FFFFFF"/>
              </a:buClr>
              <a:buSzPts val="1000"/>
              <a:buNone/>
              <a:defRPr sz="1000">
                <a:solidFill>
                  <a:srgbClr val="FFFFFF"/>
                </a:solidFill>
              </a:defRPr>
            </a:lvl8pPr>
            <a:lvl9pPr lvl="8" rtl="0" algn="ctr">
              <a:lnSpc>
                <a:spcPct val="100000"/>
              </a:lnSpc>
              <a:spcBef>
                <a:spcPts val="0"/>
              </a:spcBef>
              <a:spcAft>
                <a:spcPts val="0"/>
              </a:spcAft>
              <a:buClr>
                <a:srgbClr val="FFFFFF"/>
              </a:buClr>
              <a:buSzPts val="1000"/>
              <a:buNone/>
              <a:defRPr sz="1000">
                <a:solidFill>
                  <a:srgbClr val="FFFFFF"/>
                </a:solidFill>
              </a:defRPr>
            </a:lvl9pPr>
          </a:lstStyle>
          <a:p/>
        </p:txBody>
      </p:sp>
      <p:sp>
        <p:nvSpPr>
          <p:cNvPr id="66" name="Google Shape;66;p8"/>
          <p:cNvSpPr txBox="1"/>
          <p:nvPr>
            <p:ph idx="3" type="ctrTitle"/>
          </p:nvPr>
        </p:nvSpPr>
        <p:spPr>
          <a:xfrm>
            <a:off x="4800201" y="1802125"/>
            <a:ext cx="15702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1400"/>
              <a:buNone/>
              <a:defRPr sz="1400">
                <a:solidFill>
                  <a:srgbClr val="FFFFFF"/>
                </a:solidFill>
              </a:defRPr>
            </a:lvl1pPr>
            <a:lvl2pPr lvl="1" rtl="0" algn="ctr">
              <a:spcBef>
                <a:spcPts val="0"/>
              </a:spcBef>
              <a:spcAft>
                <a:spcPts val="0"/>
              </a:spcAft>
              <a:buClr>
                <a:srgbClr val="FFFFFF"/>
              </a:buClr>
              <a:buSzPts val="1800"/>
              <a:buNone/>
              <a:defRPr sz="1800">
                <a:solidFill>
                  <a:srgbClr val="FFFFFF"/>
                </a:solidFill>
              </a:defRPr>
            </a:lvl2pPr>
            <a:lvl3pPr lvl="2" rtl="0" algn="ctr">
              <a:spcBef>
                <a:spcPts val="0"/>
              </a:spcBef>
              <a:spcAft>
                <a:spcPts val="0"/>
              </a:spcAft>
              <a:buClr>
                <a:srgbClr val="FFFFFF"/>
              </a:buClr>
              <a:buSzPts val="1800"/>
              <a:buNone/>
              <a:defRPr sz="1800">
                <a:solidFill>
                  <a:srgbClr val="FFFFFF"/>
                </a:solidFill>
              </a:defRPr>
            </a:lvl3pPr>
            <a:lvl4pPr lvl="3" rtl="0" algn="ctr">
              <a:spcBef>
                <a:spcPts val="0"/>
              </a:spcBef>
              <a:spcAft>
                <a:spcPts val="0"/>
              </a:spcAft>
              <a:buClr>
                <a:srgbClr val="FFFFFF"/>
              </a:buClr>
              <a:buSzPts val="1800"/>
              <a:buNone/>
              <a:defRPr sz="1800">
                <a:solidFill>
                  <a:srgbClr val="FFFFFF"/>
                </a:solidFill>
              </a:defRPr>
            </a:lvl4pPr>
            <a:lvl5pPr lvl="4" rtl="0" algn="ctr">
              <a:spcBef>
                <a:spcPts val="0"/>
              </a:spcBef>
              <a:spcAft>
                <a:spcPts val="0"/>
              </a:spcAft>
              <a:buClr>
                <a:srgbClr val="FFFFFF"/>
              </a:buClr>
              <a:buSzPts val="1800"/>
              <a:buNone/>
              <a:defRPr sz="1800">
                <a:solidFill>
                  <a:srgbClr val="FFFFFF"/>
                </a:solidFill>
              </a:defRPr>
            </a:lvl5pPr>
            <a:lvl6pPr lvl="5" rtl="0" algn="ctr">
              <a:spcBef>
                <a:spcPts val="0"/>
              </a:spcBef>
              <a:spcAft>
                <a:spcPts val="0"/>
              </a:spcAft>
              <a:buClr>
                <a:srgbClr val="FFFFFF"/>
              </a:buClr>
              <a:buSzPts val="1800"/>
              <a:buNone/>
              <a:defRPr sz="1800">
                <a:solidFill>
                  <a:srgbClr val="FFFFFF"/>
                </a:solidFill>
              </a:defRPr>
            </a:lvl6pPr>
            <a:lvl7pPr lvl="6" rtl="0" algn="ctr">
              <a:spcBef>
                <a:spcPts val="0"/>
              </a:spcBef>
              <a:spcAft>
                <a:spcPts val="0"/>
              </a:spcAft>
              <a:buClr>
                <a:srgbClr val="FFFFFF"/>
              </a:buClr>
              <a:buSzPts val="1800"/>
              <a:buNone/>
              <a:defRPr sz="1800">
                <a:solidFill>
                  <a:srgbClr val="FFFFFF"/>
                </a:solidFill>
              </a:defRPr>
            </a:lvl7pPr>
            <a:lvl8pPr lvl="7" rtl="0" algn="ctr">
              <a:spcBef>
                <a:spcPts val="0"/>
              </a:spcBef>
              <a:spcAft>
                <a:spcPts val="0"/>
              </a:spcAft>
              <a:buClr>
                <a:srgbClr val="FFFFFF"/>
              </a:buClr>
              <a:buSzPts val="1800"/>
              <a:buNone/>
              <a:defRPr sz="1800">
                <a:solidFill>
                  <a:srgbClr val="FFFFFF"/>
                </a:solidFill>
              </a:defRPr>
            </a:lvl8pPr>
            <a:lvl9pPr lvl="8" rtl="0" algn="ctr">
              <a:spcBef>
                <a:spcPts val="0"/>
              </a:spcBef>
              <a:spcAft>
                <a:spcPts val="0"/>
              </a:spcAft>
              <a:buClr>
                <a:srgbClr val="FFFFFF"/>
              </a:buClr>
              <a:buSzPts val="1800"/>
              <a:buNone/>
              <a:defRPr sz="1800">
                <a:solidFill>
                  <a:srgbClr val="FFFFFF"/>
                </a:solidFill>
              </a:defRPr>
            </a:lvl9pPr>
          </a:lstStyle>
          <a:p/>
        </p:txBody>
      </p:sp>
      <p:sp>
        <p:nvSpPr>
          <p:cNvPr id="67" name="Google Shape;67;p8"/>
          <p:cNvSpPr txBox="1"/>
          <p:nvPr>
            <p:ph idx="4" type="subTitle"/>
          </p:nvPr>
        </p:nvSpPr>
        <p:spPr>
          <a:xfrm>
            <a:off x="4800165" y="2263575"/>
            <a:ext cx="1570200" cy="367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1000"/>
              <a:buNone/>
              <a:defRPr sz="1000">
                <a:solidFill>
                  <a:srgbClr val="FFFFFF"/>
                </a:solidFill>
              </a:defRPr>
            </a:lvl1pPr>
            <a:lvl2pPr lvl="1" rtl="0" algn="ctr">
              <a:lnSpc>
                <a:spcPct val="100000"/>
              </a:lnSpc>
              <a:spcBef>
                <a:spcPts val="0"/>
              </a:spcBef>
              <a:spcAft>
                <a:spcPts val="0"/>
              </a:spcAft>
              <a:buClr>
                <a:srgbClr val="FFFFFF"/>
              </a:buClr>
              <a:buSzPts val="1000"/>
              <a:buNone/>
              <a:defRPr sz="1000">
                <a:solidFill>
                  <a:srgbClr val="FFFFFF"/>
                </a:solidFill>
              </a:defRPr>
            </a:lvl2pPr>
            <a:lvl3pPr lvl="2" rtl="0" algn="ctr">
              <a:lnSpc>
                <a:spcPct val="100000"/>
              </a:lnSpc>
              <a:spcBef>
                <a:spcPts val="0"/>
              </a:spcBef>
              <a:spcAft>
                <a:spcPts val="0"/>
              </a:spcAft>
              <a:buClr>
                <a:srgbClr val="FFFFFF"/>
              </a:buClr>
              <a:buSzPts val="1000"/>
              <a:buNone/>
              <a:defRPr sz="1000">
                <a:solidFill>
                  <a:srgbClr val="FFFFFF"/>
                </a:solidFill>
              </a:defRPr>
            </a:lvl3pPr>
            <a:lvl4pPr lvl="3" rtl="0" algn="ctr">
              <a:lnSpc>
                <a:spcPct val="100000"/>
              </a:lnSpc>
              <a:spcBef>
                <a:spcPts val="0"/>
              </a:spcBef>
              <a:spcAft>
                <a:spcPts val="0"/>
              </a:spcAft>
              <a:buClr>
                <a:srgbClr val="FFFFFF"/>
              </a:buClr>
              <a:buSzPts val="1000"/>
              <a:buNone/>
              <a:defRPr sz="1000">
                <a:solidFill>
                  <a:srgbClr val="FFFFFF"/>
                </a:solidFill>
              </a:defRPr>
            </a:lvl4pPr>
            <a:lvl5pPr lvl="4" rtl="0" algn="ctr">
              <a:lnSpc>
                <a:spcPct val="100000"/>
              </a:lnSpc>
              <a:spcBef>
                <a:spcPts val="0"/>
              </a:spcBef>
              <a:spcAft>
                <a:spcPts val="0"/>
              </a:spcAft>
              <a:buClr>
                <a:srgbClr val="FFFFFF"/>
              </a:buClr>
              <a:buSzPts val="1000"/>
              <a:buNone/>
              <a:defRPr sz="1000">
                <a:solidFill>
                  <a:srgbClr val="FFFFFF"/>
                </a:solidFill>
              </a:defRPr>
            </a:lvl5pPr>
            <a:lvl6pPr lvl="5" rtl="0" algn="ctr">
              <a:lnSpc>
                <a:spcPct val="100000"/>
              </a:lnSpc>
              <a:spcBef>
                <a:spcPts val="0"/>
              </a:spcBef>
              <a:spcAft>
                <a:spcPts val="0"/>
              </a:spcAft>
              <a:buClr>
                <a:srgbClr val="FFFFFF"/>
              </a:buClr>
              <a:buSzPts val="1000"/>
              <a:buNone/>
              <a:defRPr sz="1000">
                <a:solidFill>
                  <a:srgbClr val="FFFFFF"/>
                </a:solidFill>
              </a:defRPr>
            </a:lvl6pPr>
            <a:lvl7pPr lvl="6" rtl="0" algn="ctr">
              <a:lnSpc>
                <a:spcPct val="100000"/>
              </a:lnSpc>
              <a:spcBef>
                <a:spcPts val="0"/>
              </a:spcBef>
              <a:spcAft>
                <a:spcPts val="0"/>
              </a:spcAft>
              <a:buClr>
                <a:srgbClr val="FFFFFF"/>
              </a:buClr>
              <a:buSzPts val="1000"/>
              <a:buNone/>
              <a:defRPr sz="1000">
                <a:solidFill>
                  <a:srgbClr val="FFFFFF"/>
                </a:solidFill>
              </a:defRPr>
            </a:lvl7pPr>
            <a:lvl8pPr lvl="7" rtl="0" algn="ctr">
              <a:lnSpc>
                <a:spcPct val="100000"/>
              </a:lnSpc>
              <a:spcBef>
                <a:spcPts val="0"/>
              </a:spcBef>
              <a:spcAft>
                <a:spcPts val="0"/>
              </a:spcAft>
              <a:buClr>
                <a:srgbClr val="FFFFFF"/>
              </a:buClr>
              <a:buSzPts val="1000"/>
              <a:buNone/>
              <a:defRPr sz="1000">
                <a:solidFill>
                  <a:srgbClr val="FFFFFF"/>
                </a:solidFill>
              </a:defRPr>
            </a:lvl8pPr>
            <a:lvl9pPr lvl="8" rtl="0" algn="ctr">
              <a:lnSpc>
                <a:spcPct val="100000"/>
              </a:lnSpc>
              <a:spcBef>
                <a:spcPts val="0"/>
              </a:spcBef>
              <a:spcAft>
                <a:spcPts val="0"/>
              </a:spcAft>
              <a:buClr>
                <a:srgbClr val="FFFFFF"/>
              </a:buClr>
              <a:buSzPts val="1000"/>
              <a:buNone/>
              <a:defRPr sz="1000">
                <a:solidFill>
                  <a:srgbClr val="FFFFFF"/>
                </a:solidFill>
              </a:defRPr>
            </a:lvl9pPr>
          </a:lstStyle>
          <a:p/>
        </p:txBody>
      </p:sp>
      <p:sp>
        <p:nvSpPr>
          <p:cNvPr id="68" name="Google Shape;68;p8"/>
          <p:cNvSpPr txBox="1"/>
          <p:nvPr>
            <p:ph idx="5" type="ctrTitle"/>
          </p:nvPr>
        </p:nvSpPr>
        <p:spPr>
          <a:xfrm>
            <a:off x="3794948" y="3600050"/>
            <a:ext cx="15702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1400"/>
              <a:buNone/>
              <a:defRPr sz="1400">
                <a:solidFill>
                  <a:srgbClr val="FFFFFF"/>
                </a:solidFill>
              </a:defRPr>
            </a:lvl1pPr>
            <a:lvl2pPr lvl="1" rtl="0" algn="ctr">
              <a:spcBef>
                <a:spcPts val="0"/>
              </a:spcBef>
              <a:spcAft>
                <a:spcPts val="0"/>
              </a:spcAft>
              <a:buClr>
                <a:srgbClr val="FFFFFF"/>
              </a:buClr>
              <a:buSzPts val="1800"/>
              <a:buNone/>
              <a:defRPr sz="1800">
                <a:solidFill>
                  <a:srgbClr val="FFFFFF"/>
                </a:solidFill>
              </a:defRPr>
            </a:lvl2pPr>
            <a:lvl3pPr lvl="2" rtl="0" algn="ctr">
              <a:spcBef>
                <a:spcPts val="0"/>
              </a:spcBef>
              <a:spcAft>
                <a:spcPts val="0"/>
              </a:spcAft>
              <a:buClr>
                <a:srgbClr val="FFFFFF"/>
              </a:buClr>
              <a:buSzPts val="1800"/>
              <a:buNone/>
              <a:defRPr sz="1800">
                <a:solidFill>
                  <a:srgbClr val="FFFFFF"/>
                </a:solidFill>
              </a:defRPr>
            </a:lvl3pPr>
            <a:lvl4pPr lvl="3" rtl="0" algn="ctr">
              <a:spcBef>
                <a:spcPts val="0"/>
              </a:spcBef>
              <a:spcAft>
                <a:spcPts val="0"/>
              </a:spcAft>
              <a:buClr>
                <a:srgbClr val="FFFFFF"/>
              </a:buClr>
              <a:buSzPts val="1800"/>
              <a:buNone/>
              <a:defRPr sz="1800">
                <a:solidFill>
                  <a:srgbClr val="FFFFFF"/>
                </a:solidFill>
              </a:defRPr>
            </a:lvl4pPr>
            <a:lvl5pPr lvl="4" rtl="0" algn="ctr">
              <a:spcBef>
                <a:spcPts val="0"/>
              </a:spcBef>
              <a:spcAft>
                <a:spcPts val="0"/>
              </a:spcAft>
              <a:buClr>
                <a:srgbClr val="FFFFFF"/>
              </a:buClr>
              <a:buSzPts val="1800"/>
              <a:buNone/>
              <a:defRPr sz="1800">
                <a:solidFill>
                  <a:srgbClr val="FFFFFF"/>
                </a:solidFill>
              </a:defRPr>
            </a:lvl5pPr>
            <a:lvl6pPr lvl="5" rtl="0" algn="ctr">
              <a:spcBef>
                <a:spcPts val="0"/>
              </a:spcBef>
              <a:spcAft>
                <a:spcPts val="0"/>
              </a:spcAft>
              <a:buClr>
                <a:srgbClr val="FFFFFF"/>
              </a:buClr>
              <a:buSzPts val="1800"/>
              <a:buNone/>
              <a:defRPr sz="1800">
                <a:solidFill>
                  <a:srgbClr val="FFFFFF"/>
                </a:solidFill>
              </a:defRPr>
            </a:lvl6pPr>
            <a:lvl7pPr lvl="6" rtl="0" algn="ctr">
              <a:spcBef>
                <a:spcPts val="0"/>
              </a:spcBef>
              <a:spcAft>
                <a:spcPts val="0"/>
              </a:spcAft>
              <a:buClr>
                <a:srgbClr val="FFFFFF"/>
              </a:buClr>
              <a:buSzPts val="1800"/>
              <a:buNone/>
              <a:defRPr sz="1800">
                <a:solidFill>
                  <a:srgbClr val="FFFFFF"/>
                </a:solidFill>
              </a:defRPr>
            </a:lvl7pPr>
            <a:lvl8pPr lvl="7" rtl="0" algn="ctr">
              <a:spcBef>
                <a:spcPts val="0"/>
              </a:spcBef>
              <a:spcAft>
                <a:spcPts val="0"/>
              </a:spcAft>
              <a:buClr>
                <a:srgbClr val="FFFFFF"/>
              </a:buClr>
              <a:buSzPts val="1800"/>
              <a:buNone/>
              <a:defRPr sz="1800">
                <a:solidFill>
                  <a:srgbClr val="FFFFFF"/>
                </a:solidFill>
              </a:defRPr>
            </a:lvl8pPr>
            <a:lvl9pPr lvl="8" rtl="0" algn="ctr">
              <a:spcBef>
                <a:spcPts val="0"/>
              </a:spcBef>
              <a:spcAft>
                <a:spcPts val="0"/>
              </a:spcAft>
              <a:buClr>
                <a:srgbClr val="FFFFFF"/>
              </a:buClr>
              <a:buSzPts val="1800"/>
              <a:buNone/>
              <a:defRPr sz="1800">
                <a:solidFill>
                  <a:srgbClr val="FFFFFF"/>
                </a:solidFill>
              </a:defRPr>
            </a:lvl9pPr>
          </a:lstStyle>
          <a:p/>
        </p:txBody>
      </p:sp>
      <p:sp>
        <p:nvSpPr>
          <p:cNvPr id="69" name="Google Shape;69;p8"/>
          <p:cNvSpPr txBox="1"/>
          <p:nvPr>
            <p:ph idx="6" type="subTitle"/>
          </p:nvPr>
        </p:nvSpPr>
        <p:spPr>
          <a:xfrm>
            <a:off x="3753025" y="4061500"/>
            <a:ext cx="1653900" cy="367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1000"/>
              <a:buNone/>
              <a:defRPr sz="1000">
                <a:solidFill>
                  <a:srgbClr val="FFFFFF"/>
                </a:solidFill>
              </a:defRPr>
            </a:lvl1pPr>
            <a:lvl2pPr lvl="1" rtl="0" algn="ctr">
              <a:lnSpc>
                <a:spcPct val="100000"/>
              </a:lnSpc>
              <a:spcBef>
                <a:spcPts val="0"/>
              </a:spcBef>
              <a:spcAft>
                <a:spcPts val="0"/>
              </a:spcAft>
              <a:buClr>
                <a:srgbClr val="FFFFFF"/>
              </a:buClr>
              <a:buSzPts val="1000"/>
              <a:buNone/>
              <a:defRPr sz="1000">
                <a:solidFill>
                  <a:srgbClr val="FFFFFF"/>
                </a:solidFill>
              </a:defRPr>
            </a:lvl2pPr>
            <a:lvl3pPr lvl="2" rtl="0" algn="ctr">
              <a:lnSpc>
                <a:spcPct val="100000"/>
              </a:lnSpc>
              <a:spcBef>
                <a:spcPts val="0"/>
              </a:spcBef>
              <a:spcAft>
                <a:spcPts val="0"/>
              </a:spcAft>
              <a:buClr>
                <a:srgbClr val="FFFFFF"/>
              </a:buClr>
              <a:buSzPts val="1000"/>
              <a:buNone/>
              <a:defRPr sz="1000">
                <a:solidFill>
                  <a:srgbClr val="FFFFFF"/>
                </a:solidFill>
              </a:defRPr>
            </a:lvl3pPr>
            <a:lvl4pPr lvl="3" rtl="0" algn="ctr">
              <a:lnSpc>
                <a:spcPct val="100000"/>
              </a:lnSpc>
              <a:spcBef>
                <a:spcPts val="0"/>
              </a:spcBef>
              <a:spcAft>
                <a:spcPts val="0"/>
              </a:spcAft>
              <a:buClr>
                <a:srgbClr val="FFFFFF"/>
              </a:buClr>
              <a:buSzPts val="1000"/>
              <a:buNone/>
              <a:defRPr sz="1000">
                <a:solidFill>
                  <a:srgbClr val="FFFFFF"/>
                </a:solidFill>
              </a:defRPr>
            </a:lvl4pPr>
            <a:lvl5pPr lvl="4" rtl="0" algn="ctr">
              <a:lnSpc>
                <a:spcPct val="100000"/>
              </a:lnSpc>
              <a:spcBef>
                <a:spcPts val="0"/>
              </a:spcBef>
              <a:spcAft>
                <a:spcPts val="0"/>
              </a:spcAft>
              <a:buClr>
                <a:srgbClr val="FFFFFF"/>
              </a:buClr>
              <a:buSzPts val="1000"/>
              <a:buNone/>
              <a:defRPr sz="1000">
                <a:solidFill>
                  <a:srgbClr val="FFFFFF"/>
                </a:solidFill>
              </a:defRPr>
            </a:lvl5pPr>
            <a:lvl6pPr lvl="5" rtl="0" algn="ctr">
              <a:lnSpc>
                <a:spcPct val="100000"/>
              </a:lnSpc>
              <a:spcBef>
                <a:spcPts val="0"/>
              </a:spcBef>
              <a:spcAft>
                <a:spcPts val="0"/>
              </a:spcAft>
              <a:buClr>
                <a:srgbClr val="FFFFFF"/>
              </a:buClr>
              <a:buSzPts val="1000"/>
              <a:buNone/>
              <a:defRPr sz="1000">
                <a:solidFill>
                  <a:srgbClr val="FFFFFF"/>
                </a:solidFill>
              </a:defRPr>
            </a:lvl6pPr>
            <a:lvl7pPr lvl="6" rtl="0" algn="ctr">
              <a:lnSpc>
                <a:spcPct val="100000"/>
              </a:lnSpc>
              <a:spcBef>
                <a:spcPts val="0"/>
              </a:spcBef>
              <a:spcAft>
                <a:spcPts val="0"/>
              </a:spcAft>
              <a:buClr>
                <a:srgbClr val="FFFFFF"/>
              </a:buClr>
              <a:buSzPts val="1000"/>
              <a:buNone/>
              <a:defRPr sz="1000">
                <a:solidFill>
                  <a:srgbClr val="FFFFFF"/>
                </a:solidFill>
              </a:defRPr>
            </a:lvl7pPr>
            <a:lvl8pPr lvl="7" rtl="0" algn="ctr">
              <a:lnSpc>
                <a:spcPct val="100000"/>
              </a:lnSpc>
              <a:spcBef>
                <a:spcPts val="0"/>
              </a:spcBef>
              <a:spcAft>
                <a:spcPts val="0"/>
              </a:spcAft>
              <a:buClr>
                <a:srgbClr val="FFFFFF"/>
              </a:buClr>
              <a:buSzPts val="1000"/>
              <a:buNone/>
              <a:defRPr sz="1000">
                <a:solidFill>
                  <a:srgbClr val="FFFFFF"/>
                </a:solidFill>
              </a:defRPr>
            </a:lvl8pPr>
            <a:lvl9pPr lvl="8" rtl="0" algn="ctr">
              <a:lnSpc>
                <a:spcPct val="100000"/>
              </a:lnSpc>
              <a:spcBef>
                <a:spcPts val="0"/>
              </a:spcBef>
              <a:spcAft>
                <a:spcPts val="0"/>
              </a:spcAft>
              <a:buClr>
                <a:srgbClr val="FFFFFF"/>
              </a:buClr>
              <a:buSzPts val="1000"/>
              <a:buNone/>
              <a:defRPr sz="1000">
                <a:solidFill>
                  <a:srgbClr val="FFFFFF"/>
                </a:solidFill>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p:cSld name="CUSTOM_4">
    <p:spTree>
      <p:nvGrpSpPr>
        <p:cNvPr id="70" name="Shape 70"/>
        <p:cNvGrpSpPr/>
        <p:nvPr/>
      </p:nvGrpSpPr>
      <p:grpSpPr>
        <a:xfrm>
          <a:off x="0" y="0"/>
          <a:ext cx="0" cy="0"/>
          <a:chOff x="0" y="0"/>
          <a:chExt cx="0" cy="0"/>
        </a:xfrm>
      </p:grpSpPr>
      <p:pic>
        <p:nvPicPr>
          <p:cNvPr id="71" name="Google Shape;71;p9"/>
          <p:cNvPicPr preferRelativeResize="0"/>
          <p:nvPr/>
        </p:nvPicPr>
        <p:blipFill>
          <a:blip r:embed="rId2">
            <a:alphaModFix/>
          </a:blip>
          <a:stretch>
            <a:fillRect/>
          </a:stretch>
        </p:blipFill>
        <p:spPr>
          <a:xfrm>
            <a:off x="100" y="0"/>
            <a:ext cx="3802725" cy="3431200"/>
          </a:xfrm>
          <a:prstGeom prst="rect">
            <a:avLst/>
          </a:prstGeom>
          <a:noFill/>
          <a:ln>
            <a:noFill/>
          </a:ln>
        </p:spPr>
      </p:pic>
      <p:pic>
        <p:nvPicPr>
          <p:cNvPr id="72" name="Google Shape;72;p9"/>
          <p:cNvPicPr preferRelativeResize="0"/>
          <p:nvPr/>
        </p:nvPicPr>
        <p:blipFill>
          <a:blip r:embed="rId2">
            <a:alphaModFix/>
          </a:blip>
          <a:stretch>
            <a:fillRect/>
          </a:stretch>
        </p:blipFill>
        <p:spPr>
          <a:xfrm rot="10800000">
            <a:off x="5334325" y="1725475"/>
            <a:ext cx="3802725" cy="3431200"/>
          </a:xfrm>
          <a:prstGeom prst="rect">
            <a:avLst/>
          </a:prstGeom>
          <a:noFill/>
          <a:ln>
            <a:noFill/>
          </a:ln>
        </p:spPr>
      </p:pic>
      <p:sp>
        <p:nvSpPr>
          <p:cNvPr id="73" name="Google Shape;73;p9"/>
          <p:cNvSpPr txBox="1"/>
          <p:nvPr>
            <p:ph type="ctrTitle"/>
          </p:nvPr>
        </p:nvSpPr>
        <p:spPr>
          <a:xfrm>
            <a:off x="1250675" y="1851425"/>
            <a:ext cx="6658800" cy="6705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3600"/>
              <a:buNone/>
              <a:defRPr sz="3600">
                <a:solidFill>
                  <a:srgbClr val="FFFFFF"/>
                </a:solidFill>
              </a:defRPr>
            </a:lvl1pPr>
            <a:lvl2pPr lvl="1" rtl="0" algn="ctr">
              <a:spcBef>
                <a:spcPts val="0"/>
              </a:spcBef>
              <a:spcAft>
                <a:spcPts val="0"/>
              </a:spcAft>
              <a:buClr>
                <a:srgbClr val="FFFFFF"/>
              </a:buClr>
              <a:buSzPts val="1800"/>
              <a:buNone/>
              <a:defRPr sz="1800">
                <a:solidFill>
                  <a:srgbClr val="FFFFFF"/>
                </a:solidFill>
              </a:defRPr>
            </a:lvl2pPr>
            <a:lvl3pPr lvl="2" rtl="0" algn="ctr">
              <a:spcBef>
                <a:spcPts val="0"/>
              </a:spcBef>
              <a:spcAft>
                <a:spcPts val="0"/>
              </a:spcAft>
              <a:buClr>
                <a:srgbClr val="FFFFFF"/>
              </a:buClr>
              <a:buSzPts val="1800"/>
              <a:buNone/>
              <a:defRPr sz="1800">
                <a:solidFill>
                  <a:srgbClr val="FFFFFF"/>
                </a:solidFill>
              </a:defRPr>
            </a:lvl3pPr>
            <a:lvl4pPr lvl="3" rtl="0" algn="ctr">
              <a:spcBef>
                <a:spcPts val="0"/>
              </a:spcBef>
              <a:spcAft>
                <a:spcPts val="0"/>
              </a:spcAft>
              <a:buClr>
                <a:srgbClr val="FFFFFF"/>
              </a:buClr>
              <a:buSzPts val="1800"/>
              <a:buNone/>
              <a:defRPr sz="1800">
                <a:solidFill>
                  <a:srgbClr val="FFFFFF"/>
                </a:solidFill>
              </a:defRPr>
            </a:lvl4pPr>
            <a:lvl5pPr lvl="4" rtl="0" algn="ctr">
              <a:spcBef>
                <a:spcPts val="0"/>
              </a:spcBef>
              <a:spcAft>
                <a:spcPts val="0"/>
              </a:spcAft>
              <a:buClr>
                <a:srgbClr val="FFFFFF"/>
              </a:buClr>
              <a:buSzPts val="1800"/>
              <a:buNone/>
              <a:defRPr sz="1800">
                <a:solidFill>
                  <a:srgbClr val="FFFFFF"/>
                </a:solidFill>
              </a:defRPr>
            </a:lvl5pPr>
            <a:lvl6pPr lvl="5" rtl="0" algn="ctr">
              <a:spcBef>
                <a:spcPts val="0"/>
              </a:spcBef>
              <a:spcAft>
                <a:spcPts val="0"/>
              </a:spcAft>
              <a:buClr>
                <a:srgbClr val="FFFFFF"/>
              </a:buClr>
              <a:buSzPts val="1800"/>
              <a:buNone/>
              <a:defRPr sz="1800">
                <a:solidFill>
                  <a:srgbClr val="FFFFFF"/>
                </a:solidFill>
              </a:defRPr>
            </a:lvl6pPr>
            <a:lvl7pPr lvl="6" rtl="0" algn="ctr">
              <a:spcBef>
                <a:spcPts val="0"/>
              </a:spcBef>
              <a:spcAft>
                <a:spcPts val="0"/>
              </a:spcAft>
              <a:buClr>
                <a:srgbClr val="FFFFFF"/>
              </a:buClr>
              <a:buSzPts val="1800"/>
              <a:buNone/>
              <a:defRPr sz="1800">
                <a:solidFill>
                  <a:srgbClr val="FFFFFF"/>
                </a:solidFill>
              </a:defRPr>
            </a:lvl7pPr>
            <a:lvl8pPr lvl="7" rtl="0" algn="ctr">
              <a:spcBef>
                <a:spcPts val="0"/>
              </a:spcBef>
              <a:spcAft>
                <a:spcPts val="0"/>
              </a:spcAft>
              <a:buClr>
                <a:srgbClr val="FFFFFF"/>
              </a:buClr>
              <a:buSzPts val="1800"/>
              <a:buNone/>
              <a:defRPr sz="1800">
                <a:solidFill>
                  <a:srgbClr val="FFFFFF"/>
                </a:solidFill>
              </a:defRPr>
            </a:lvl8pPr>
            <a:lvl9pPr lvl="8" rtl="0" algn="ctr">
              <a:spcBef>
                <a:spcPts val="0"/>
              </a:spcBef>
              <a:spcAft>
                <a:spcPts val="0"/>
              </a:spcAft>
              <a:buClr>
                <a:srgbClr val="FFFFFF"/>
              </a:buClr>
              <a:buSzPts val="1800"/>
              <a:buNone/>
              <a:defRPr sz="1800">
                <a:solidFill>
                  <a:srgbClr val="FFFFFF"/>
                </a:solidFill>
              </a:defRPr>
            </a:lvl9pPr>
          </a:lstStyle>
          <a:p/>
        </p:txBody>
      </p:sp>
      <p:sp>
        <p:nvSpPr>
          <p:cNvPr id="74" name="Google Shape;74;p9"/>
          <p:cNvSpPr txBox="1"/>
          <p:nvPr>
            <p:ph idx="1" type="subTitle"/>
          </p:nvPr>
        </p:nvSpPr>
        <p:spPr>
          <a:xfrm>
            <a:off x="3114750" y="2640476"/>
            <a:ext cx="2930700" cy="651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1000"/>
              <a:buNone/>
              <a:defRPr sz="1000">
                <a:solidFill>
                  <a:srgbClr val="FFFFFF"/>
                </a:solidFill>
              </a:defRPr>
            </a:lvl1pPr>
            <a:lvl2pPr lvl="1" rtl="0" algn="ctr">
              <a:lnSpc>
                <a:spcPct val="100000"/>
              </a:lnSpc>
              <a:spcBef>
                <a:spcPts val="0"/>
              </a:spcBef>
              <a:spcAft>
                <a:spcPts val="0"/>
              </a:spcAft>
              <a:buClr>
                <a:srgbClr val="FFFFFF"/>
              </a:buClr>
              <a:buSzPts val="1000"/>
              <a:buNone/>
              <a:defRPr sz="1000">
                <a:solidFill>
                  <a:srgbClr val="FFFFFF"/>
                </a:solidFill>
              </a:defRPr>
            </a:lvl2pPr>
            <a:lvl3pPr lvl="2" rtl="0" algn="ctr">
              <a:lnSpc>
                <a:spcPct val="100000"/>
              </a:lnSpc>
              <a:spcBef>
                <a:spcPts val="0"/>
              </a:spcBef>
              <a:spcAft>
                <a:spcPts val="0"/>
              </a:spcAft>
              <a:buClr>
                <a:srgbClr val="FFFFFF"/>
              </a:buClr>
              <a:buSzPts val="1000"/>
              <a:buNone/>
              <a:defRPr sz="1000">
                <a:solidFill>
                  <a:srgbClr val="FFFFFF"/>
                </a:solidFill>
              </a:defRPr>
            </a:lvl3pPr>
            <a:lvl4pPr lvl="3" rtl="0" algn="ctr">
              <a:lnSpc>
                <a:spcPct val="100000"/>
              </a:lnSpc>
              <a:spcBef>
                <a:spcPts val="0"/>
              </a:spcBef>
              <a:spcAft>
                <a:spcPts val="0"/>
              </a:spcAft>
              <a:buClr>
                <a:srgbClr val="FFFFFF"/>
              </a:buClr>
              <a:buSzPts val="1000"/>
              <a:buNone/>
              <a:defRPr sz="1000">
                <a:solidFill>
                  <a:srgbClr val="FFFFFF"/>
                </a:solidFill>
              </a:defRPr>
            </a:lvl4pPr>
            <a:lvl5pPr lvl="4" rtl="0" algn="ctr">
              <a:lnSpc>
                <a:spcPct val="100000"/>
              </a:lnSpc>
              <a:spcBef>
                <a:spcPts val="0"/>
              </a:spcBef>
              <a:spcAft>
                <a:spcPts val="0"/>
              </a:spcAft>
              <a:buClr>
                <a:srgbClr val="FFFFFF"/>
              </a:buClr>
              <a:buSzPts val="1000"/>
              <a:buNone/>
              <a:defRPr sz="1000">
                <a:solidFill>
                  <a:srgbClr val="FFFFFF"/>
                </a:solidFill>
              </a:defRPr>
            </a:lvl5pPr>
            <a:lvl6pPr lvl="5" rtl="0" algn="ctr">
              <a:lnSpc>
                <a:spcPct val="100000"/>
              </a:lnSpc>
              <a:spcBef>
                <a:spcPts val="0"/>
              </a:spcBef>
              <a:spcAft>
                <a:spcPts val="0"/>
              </a:spcAft>
              <a:buClr>
                <a:srgbClr val="FFFFFF"/>
              </a:buClr>
              <a:buSzPts val="1000"/>
              <a:buNone/>
              <a:defRPr sz="1000">
                <a:solidFill>
                  <a:srgbClr val="FFFFFF"/>
                </a:solidFill>
              </a:defRPr>
            </a:lvl6pPr>
            <a:lvl7pPr lvl="6" rtl="0" algn="ctr">
              <a:lnSpc>
                <a:spcPct val="100000"/>
              </a:lnSpc>
              <a:spcBef>
                <a:spcPts val="0"/>
              </a:spcBef>
              <a:spcAft>
                <a:spcPts val="0"/>
              </a:spcAft>
              <a:buClr>
                <a:srgbClr val="FFFFFF"/>
              </a:buClr>
              <a:buSzPts val="1000"/>
              <a:buNone/>
              <a:defRPr sz="1000">
                <a:solidFill>
                  <a:srgbClr val="FFFFFF"/>
                </a:solidFill>
              </a:defRPr>
            </a:lvl7pPr>
            <a:lvl8pPr lvl="7" rtl="0" algn="ctr">
              <a:lnSpc>
                <a:spcPct val="100000"/>
              </a:lnSpc>
              <a:spcBef>
                <a:spcPts val="0"/>
              </a:spcBef>
              <a:spcAft>
                <a:spcPts val="0"/>
              </a:spcAft>
              <a:buClr>
                <a:srgbClr val="FFFFFF"/>
              </a:buClr>
              <a:buSzPts val="1000"/>
              <a:buNone/>
              <a:defRPr sz="1000">
                <a:solidFill>
                  <a:srgbClr val="FFFFFF"/>
                </a:solidFill>
              </a:defRPr>
            </a:lvl8pPr>
            <a:lvl9pPr lvl="8" rtl="0" algn="ctr">
              <a:lnSpc>
                <a:spcPct val="100000"/>
              </a:lnSpc>
              <a:spcBef>
                <a:spcPts val="0"/>
              </a:spcBef>
              <a:spcAft>
                <a:spcPts val="0"/>
              </a:spcAft>
              <a:buClr>
                <a:srgbClr val="FFFFFF"/>
              </a:buClr>
              <a:buSzPts val="1000"/>
              <a:buNone/>
              <a:defRPr sz="1000">
                <a:solidFill>
                  <a:srgbClr val="FFFFFF"/>
                </a:solidFill>
              </a:defRPr>
            </a:lvl9pPr>
          </a:lstStyle>
          <a:p/>
        </p:txBody>
      </p:sp>
      <p:cxnSp>
        <p:nvCxnSpPr>
          <p:cNvPr id="75" name="Google Shape;75;p9"/>
          <p:cNvCxnSpPr/>
          <p:nvPr/>
        </p:nvCxnSpPr>
        <p:spPr>
          <a:xfrm>
            <a:off x="3681150" y="2571750"/>
            <a:ext cx="1797900" cy="0"/>
          </a:xfrm>
          <a:prstGeom prst="straightConnector1">
            <a:avLst/>
          </a:prstGeom>
          <a:noFill/>
          <a:ln cap="flat" cmpd="sng" w="19050">
            <a:solidFill>
              <a:srgbClr val="FFFFFF"/>
            </a:solidFill>
            <a:prstDash val="solid"/>
            <a:round/>
            <a:headEnd len="med" w="med" type="none"/>
            <a:tailEnd len="med" w="med" type="none"/>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S">
  <p:cSld name="CUSTOM_5">
    <p:spTree>
      <p:nvGrpSpPr>
        <p:cNvPr id="76" name="Shape 76"/>
        <p:cNvGrpSpPr/>
        <p:nvPr/>
      </p:nvGrpSpPr>
      <p:grpSpPr>
        <a:xfrm>
          <a:off x="0" y="0"/>
          <a:ext cx="0" cy="0"/>
          <a:chOff x="0" y="0"/>
          <a:chExt cx="0" cy="0"/>
        </a:xfrm>
      </p:grpSpPr>
      <p:sp>
        <p:nvSpPr>
          <p:cNvPr id="77" name="Google Shape;77;p10"/>
          <p:cNvSpPr txBox="1"/>
          <p:nvPr>
            <p:ph idx="1" type="subTitle"/>
          </p:nvPr>
        </p:nvSpPr>
        <p:spPr>
          <a:xfrm>
            <a:off x="2336855" y="2792539"/>
            <a:ext cx="2085600" cy="488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1000"/>
              <a:buNone/>
              <a:defRPr sz="1000">
                <a:solidFill>
                  <a:srgbClr val="FFFFFF"/>
                </a:solidFill>
              </a:defRPr>
            </a:lvl1pPr>
            <a:lvl2pPr lvl="1" rtl="0" algn="ctr">
              <a:lnSpc>
                <a:spcPct val="100000"/>
              </a:lnSpc>
              <a:spcBef>
                <a:spcPts val="0"/>
              </a:spcBef>
              <a:spcAft>
                <a:spcPts val="0"/>
              </a:spcAft>
              <a:buClr>
                <a:srgbClr val="FFFFFF"/>
              </a:buClr>
              <a:buSzPts val="1000"/>
              <a:buNone/>
              <a:defRPr sz="1000">
                <a:solidFill>
                  <a:srgbClr val="FFFFFF"/>
                </a:solidFill>
              </a:defRPr>
            </a:lvl2pPr>
            <a:lvl3pPr lvl="2" rtl="0" algn="ctr">
              <a:lnSpc>
                <a:spcPct val="100000"/>
              </a:lnSpc>
              <a:spcBef>
                <a:spcPts val="0"/>
              </a:spcBef>
              <a:spcAft>
                <a:spcPts val="0"/>
              </a:spcAft>
              <a:buClr>
                <a:srgbClr val="FFFFFF"/>
              </a:buClr>
              <a:buSzPts val="1000"/>
              <a:buNone/>
              <a:defRPr sz="1000">
                <a:solidFill>
                  <a:srgbClr val="FFFFFF"/>
                </a:solidFill>
              </a:defRPr>
            </a:lvl3pPr>
            <a:lvl4pPr lvl="3" rtl="0" algn="ctr">
              <a:lnSpc>
                <a:spcPct val="100000"/>
              </a:lnSpc>
              <a:spcBef>
                <a:spcPts val="0"/>
              </a:spcBef>
              <a:spcAft>
                <a:spcPts val="0"/>
              </a:spcAft>
              <a:buClr>
                <a:srgbClr val="FFFFFF"/>
              </a:buClr>
              <a:buSzPts val="1000"/>
              <a:buNone/>
              <a:defRPr sz="1000">
                <a:solidFill>
                  <a:srgbClr val="FFFFFF"/>
                </a:solidFill>
              </a:defRPr>
            </a:lvl4pPr>
            <a:lvl5pPr lvl="4" rtl="0" algn="ctr">
              <a:lnSpc>
                <a:spcPct val="100000"/>
              </a:lnSpc>
              <a:spcBef>
                <a:spcPts val="0"/>
              </a:spcBef>
              <a:spcAft>
                <a:spcPts val="0"/>
              </a:spcAft>
              <a:buClr>
                <a:srgbClr val="FFFFFF"/>
              </a:buClr>
              <a:buSzPts val="1000"/>
              <a:buNone/>
              <a:defRPr sz="1000">
                <a:solidFill>
                  <a:srgbClr val="FFFFFF"/>
                </a:solidFill>
              </a:defRPr>
            </a:lvl5pPr>
            <a:lvl6pPr lvl="5" rtl="0" algn="ctr">
              <a:lnSpc>
                <a:spcPct val="100000"/>
              </a:lnSpc>
              <a:spcBef>
                <a:spcPts val="0"/>
              </a:spcBef>
              <a:spcAft>
                <a:spcPts val="0"/>
              </a:spcAft>
              <a:buClr>
                <a:srgbClr val="FFFFFF"/>
              </a:buClr>
              <a:buSzPts val="1000"/>
              <a:buNone/>
              <a:defRPr sz="1000">
                <a:solidFill>
                  <a:srgbClr val="FFFFFF"/>
                </a:solidFill>
              </a:defRPr>
            </a:lvl6pPr>
            <a:lvl7pPr lvl="6" rtl="0" algn="ctr">
              <a:lnSpc>
                <a:spcPct val="100000"/>
              </a:lnSpc>
              <a:spcBef>
                <a:spcPts val="0"/>
              </a:spcBef>
              <a:spcAft>
                <a:spcPts val="0"/>
              </a:spcAft>
              <a:buClr>
                <a:srgbClr val="FFFFFF"/>
              </a:buClr>
              <a:buSzPts val="1000"/>
              <a:buNone/>
              <a:defRPr sz="1000">
                <a:solidFill>
                  <a:srgbClr val="FFFFFF"/>
                </a:solidFill>
              </a:defRPr>
            </a:lvl7pPr>
            <a:lvl8pPr lvl="7" rtl="0" algn="ctr">
              <a:lnSpc>
                <a:spcPct val="100000"/>
              </a:lnSpc>
              <a:spcBef>
                <a:spcPts val="0"/>
              </a:spcBef>
              <a:spcAft>
                <a:spcPts val="0"/>
              </a:spcAft>
              <a:buClr>
                <a:srgbClr val="FFFFFF"/>
              </a:buClr>
              <a:buSzPts val="1000"/>
              <a:buNone/>
              <a:defRPr sz="1000">
                <a:solidFill>
                  <a:srgbClr val="FFFFFF"/>
                </a:solidFill>
              </a:defRPr>
            </a:lvl8pPr>
            <a:lvl9pPr lvl="8" rtl="0" algn="ctr">
              <a:lnSpc>
                <a:spcPct val="100000"/>
              </a:lnSpc>
              <a:spcBef>
                <a:spcPts val="0"/>
              </a:spcBef>
              <a:spcAft>
                <a:spcPts val="0"/>
              </a:spcAft>
              <a:buClr>
                <a:srgbClr val="FFFFFF"/>
              </a:buClr>
              <a:buSzPts val="1000"/>
              <a:buNone/>
              <a:defRPr sz="1000">
                <a:solidFill>
                  <a:srgbClr val="FFFFFF"/>
                </a:solidFill>
              </a:defRPr>
            </a:lvl9pPr>
          </a:lstStyle>
          <a:p/>
        </p:txBody>
      </p:sp>
      <p:sp>
        <p:nvSpPr>
          <p:cNvPr id="78" name="Google Shape;78;p10"/>
          <p:cNvSpPr txBox="1"/>
          <p:nvPr>
            <p:ph idx="2" type="subTitle"/>
          </p:nvPr>
        </p:nvSpPr>
        <p:spPr>
          <a:xfrm>
            <a:off x="4721655" y="2806554"/>
            <a:ext cx="2085600" cy="488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1000"/>
              <a:buNone/>
              <a:defRPr sz="1000">
                <a:solidFill>
                  <a:srgbClr val="FFFFFF"/>
                </a:solidFill>
              </a:defRPr>
            </a:lvl1pPr>
            <a:lvl2pPr lvl="1" rtl="0" algn="ctr">
              <a:lnSpc>
                <a:spcPct val="100000"/>
              </a:lnSpc>
              <a:spcBef>
                <a:spcPts val="0"/>
              </a:spcBef>
              <a:spcAft>
                <a:spcPts val="0"/>
              </a:spcAft>
              <a:buClr>
                <a:srgbClr val="FFFFFF"/>
              </a:buClr>
              <a:buSzPts val="1000"/>
              <a:buNone/>
              <a:defRPr sz="1000">
                <a:solidFill>
                  <a:srgbClr val="FFFFFF"/>
                </a:solidFill>
              </a:defRPr>
            </a:lvl2pPr>
            <a:lvl3pPr lvl="2" rtl="0" algn="ctr">
              <a:lnSpc>
                <a:spcPct val="100000"/>
              </a:lnSpc>
              <a:spcBef>
                <a:spcPts val="0"/>
              </a:spcBef>
              <a:spcAft>
                <a:spcPts val="0"/>
              </a:spcAft>
              <a:buClr>
                <a:srgbClr val="FFFFFF"/>
              </a:buClr>
              <a:buSzPts val="1000"/>
              <a:buNone/>
              <a:defRPr sz="1000">
                <a:solidFill>
                  <a:srgbClr val="FFFFFF"/>
                </a:solidFill>
              </a:defRPr>
            </a:lvl3pPr>
            <a:lvl4pPr lvl="3" rtl="0" algn="ctr">
              <a:lnSpc>
                <a:spcPct val="100000"/>
              </a:lnSpc>
              <a:spcBef>
                <a:spcPts val="0"/>
              </a:spcBef>
              <a:spcAft>
                <a:spcPts val="0"/>
              </a:spcAft>
              <a:buClr>
                <a:srgbClr val="FFFFFF"/>
              </a:buClr>
              <a:buSzPts val="1000"/>
              <a:buNone/>
              <a:defRPr sz="1000">
                <a:solidFill>
                  <a:srgbClr val="FFFFFF"/>
                </a:solidFill>
              </a:defRPr>
            </a:lvl4pPr>
            <a:lvl5pPr lvl="4" rtl="0" algn="ctr">
              <a:lnSpc>
                <a:spcPct val="100000"/>
              </a:lnSpc>
              <a:spcBef>
                <a:spcPts val="0"/>
              </a:spcBef>
              <a:spcAft>
                <a:spcPts val="0"/>
              </a:spcAft>
              <a:buClr>
                <a:srgbClr val="FFFFFF"/>
              </a:buClr>
              <a:buSzPts val="1000"/>
              <a:buNone/>
              <a:defRPr sz="1000">
                <a:solidFill>
                  <a:srgbClr val="FFFFFF"/>
                </a:solidFill>
              </a:defRPr>
            </a:lvl5pPr>
            <a:lvl6pPr lvl="5" rtl="0" algn="ctr">
              <a:lnSpc>
                <a:spcPct val="100000"/>
              </a:lnSpc>
              <a:spcBef>
                <a:spcPts val="0"/>
              </a:spcBef>
              <a:spcAft>
                <a:spcPts val="0"/>
              </a:spcAft>
              <a:buClr>
                <a:srgbClr val="FFFFFF"/>
              </a:buClr>
              <a:buSzPts val="1000"/>
              <a:buNone/>
              <a:defRPr sz="1000">
                <a:solidFill>
                  <a:srgbClr val="FFFFFF"/>
                </a:solidFill>
              </a:defRPr>
            </a:lvl6pPr>
            <a:lvl7pPr lvl="6" rtl="0" algn="ctr">
              <a:lnSpc>
                <a:spcPct val="100000"/>
              </a:lnSpc>
              <a:spcBef>
                <a:spcPts val="0"/>
              </a:spcBef>
              <a:spcAft>
                <a:spcPts val="0"/>
              </a:spcAft>
              <a:buClr>
                <a:srgbClr val="FFFFFF"/>
              </a:buClr>
              <a:buSzPts val="1000"/>
              <a:buNone/>
              <a:defRPr sz="1000">
                <a:solidFill>
                  <a:srgbClr val="FFFFFF"/>
                </a:solidFill>
              </a:defRPr>
            </a:lvl7pPr>
            <a:lvl8pPr lvl="7" rtl="0" algn="ctr">
              <a:lnSpc>
                <a:spcPct val="100000"/>
              </a:lnSpc>
              <a:spcBef>
                <a:spcPts val="0"/>
              </a:spcBef>
              <a:spcAft>
                <a:spcPts val="0"/>
              </a:spcAft>
              <a:buClr>
                <a:srgbClr val="FFFFFF"/>
              </a:buClr>
              <a:buSzPts val="1000"/>
              <a:buNone/>
              <a:defRPr sz="1000">
                <a:solidFill>
                  <a:srgbClr val="FFFFFF"/>
                </a:solidFill>
              </a:defRPr>
            </a:lvl8pPr>
            <a:lvl9pPr lvl="8" rtl="0" algn="ctr">
              <a:lnSpc>
                <a:spcPct val="100000"/>
              </a:lnSpc>
              <a:spcBef>
                <a:spcPts val="0"/>
              </a:spcBef>
              <a:spcAft>
                <a:spcPts val="0"/>
              </a:spcAft>
              <a:buClr>
                <a:srgbClr val="FFFFFF"/>
              </a:buClr>
              <a:buSzPts val="1000"/>
              <a:buNone/>
              <a:defRPr sz="1000">
                <a:solidFill>
                  <a:srgbClr val="FFFFFF"/>
                </a:solidFill>
              </a:defRPr>
            </a:lvl9pPr>
          </a:lstStyle>
          <a:p/>
        </p:txBody>
      </p:sp>
      <p:pic>
        <p:nvPicPr>
          <p:cNvPr id="79" name="Google Shape;79;p10"/>
          <p:cNvPicPr preferRelativeResize="0"/>
          <p:nvPr/>
        </p:nvPicPr>
        <p:blipFill>
          <a:blip r:embed="rId2">
            <a:alphaModFix/>
          </a:blip>
          <a:stretch>
            <a:fillRect/>
          </a:stretch>
        </p:blipFill>
        <p:spPr>
          <a:xfrm>
            <a:off x="0" y="0"/>
            <a:ext cx="2300675" cy="2075900"/>
          </a:xfrm>
          <a:prstGeom prst="rect">
            <a:avLst/>
          </a:prstGeom>
          <a:noFill/>
          <a:ln>
            <a:noFill/>
          </a:ln>
        </p:spPr>
      </p:pic>
      <p:sp>
        <p:nvSpPr>
          <p:cNvPr id="80" name="Google Shape;80;p10"/>
          <p:cNvSpPr txBox="1"/>
          <p:nvPr>
            <p:ph type="ctrTitle"/>
          </p:nvPr>
        </p:nvSpPr>
        <p:spPr>
          <a:xfrm flipH="1">
            <a:off x="4721600" y="507400"/>
            <a:ext cx="3673200" cy="670500"/>
          </a:xfrm>
          <a:prstGeom prst="rect">
            <a:avLst/>
          </a:prstGeom>
        </p:spPr>
        <p:txBody>
          <a:bodyPr anchorCtr="0" anchor="t" bIns="91425" lIns="91425" spcFirstLastPara="1" rIns="91425" wrap="square" tIns="91425">
            <a:noAutofit/>
          </a:bodyPr>
          <a:lstStyle>
            <a:lvl1pPr lvl="0" rtl="0" algn="r">
              <a:spcBef>
                <a:spcPts val="0"/>
              </a:spcBef>
              <a:spcAft>
                <a:spcPts val="0"/>
              </a:spcAft>
              <a:buClr>
                <a:srgbClr val="FFFFFF"/>
              </a:buClr>
              <a:buSzPts val="3600"/>
              <a:buNone/>
              <a:defRPr sz="3600">
                <a:solidFill>
                  <a:srgbClr val="FFFFFF"/>
                </a:solidFill>
              </a:defRPr>
            </a:lvl1pPr>
            <a:lvl2pPr lvl="1" rtl="0" algn="r">
              <a:spcBef>
                <a:spcPts val="0"/>
              </a:spcBef>
              <a:spcAft>
                <a:spcPts val="0"/>
              </a:spcAft>
              <a:buClr>
                <a:srgbClr val="FFFFFF"/>
              </a:buClr>
              <a:buSzPts val="2400"/>
              <a:buNone/>
              <a:defRPr sz="2400">
                <a:solidFill>
                  <a:srgbClr val="FFFFFF"/>
                </a:solidFill>
              </a:defRPr>
            </a:lvl2pPr>
            <a:lvl3pPr lvl="2" rtl="0" algn="r">
              <a:spcBef>
                <a:spcPts val="0"/>
              </a:spcBef>
              <a:spcAft>
                <a:spcPts val="0"/>
              </a:spcAft>
              <a:buClr>
                <a:srgbClr val="FFFFFF"/>
              </a:buClr>
              <a:buSzPts val="2400"/>
              <a:buNone/>
              <a:defRPr sz="2400">
                <a:solidFill>
                  <a:srgbClr val="FFFFFF"/>
                </a:solidFill>
              </a:defRPr>
            </a:lvl3pPr>
            <a:lvl4pPr lvl="3" rtl="0" algn="r">
              <a:spcBef>
                <a:spcPts val="0"/>
              </a:spcBef>
              <a:spcAft>
                <a:spcPts val="0"/>
              </a:spcAft>
              <a:buClr>
                <a:srgbClr val="FFFFFF"/>
              </a:buClr>
              <a:buSzPts val="2400"/>
              <a:buNone/>
              <a:defRPr sz="2400">
                <a:solidFill>
                  <a:srgbClr val="FFFFFF"/>
                </a:solidFill>
              </a:defRPr>
            </a:lvl4pPr>
            <a:lvl5pPr lvl="4" rtl="0" algn="r">
              <a:spcBef>
                <a:spcPts val="0"/>
              </a:spcBef>
              <a:spcAft>
                <a:spcPts val="0"/>
              </a:spcAft>
              <a:buClr>
                <a:srgbClr val="FFFFFF"/>
              </a:buClr>
              <a:buSzPts val="2400"/>
              <a:buNone/>
              <a:defRPr sz="2400">
                <a:solidFill>
                  <a:srgbClr val="FFFFFF"/>
                </a:solidFill>
              </a:defRPr>
            </a:lvl5pPr>
            <a:lvl6pPr lvl="5" rtl="0" algn="r">
              <a:spcBef>
                <a:spcPts val="0"/>
              </a:spcBef>
              <a:spcAft>
                <a:spcPts val="0"/>
              </a:spcAft>
              <a:buClr>
                <a:srgbClr val="FFFFFF"/>
              </a:buClr>
              <a:buSzPts val="2400"/>
              <a:buNone/>
              <a:defRPr sz="2400">
                <a:solidFill>
                  <a:srgbClr val="FFFFFF"/>
                </a:solidFill>
              </a:defRPr>
            </a:lvl6pPr>
            <a:lvl7pPr lvl="6" rtl="0" algn="r">
              <a:spcBef>
                <a:spcPts val="0"/>
              </a:spcBef>
              <a:spcAft>
                <a:spcPts val="0"/>
              </a:spcAft>
              <a:buClr>
                <a:srgbClr val="FFFFFF"/>
              </a:buClr>
              <a:buSzPts val="2400"/>
              <a:buNone/>
              <a:defRPr sz="2400">
                <a:solidFill>
                  <a:srgbClr val="FFFFFF"/>
                </a:solidFill>
              </a:defRPr>
            </a:lvl7pPr>
            <a:lvl8pPr lvl="7" rtl="0" algn="r">
              <a:spcBef>
                <a:spcPts val="0"/>
              </a:spcBef>
              <a:spcAft>
                <a:spcPts val="0"/>
              </a:spcAft>
              <a:buClr>
                <a:srgbClr val="FFFFFF"/>
              </a:buClr>
              <a:buSzPts val="2400"/>
              <a:buNone/>
              <a:defRPr sz="2400">
                <a:solidFill>
                  <a:srgbClr val="FFFFFF"/>
                </a:solidFill>
              </a:defRPr>
            </a:lvl8pPr>
            <a:lvl9pPr lvl="8" rtl="0" algn="r">
              <a:spcBef>
                <a:spcPts val="0"/>
              </a:spcBef>
              <a:spcAft>
                <a:spcPts val="0"/>
              </a:spcAft>
              <a:buClr>
                <a:srgbClr val="FFFFFF"/>
              </a:buClr>
              <a:buSzPts val="2400"/>
              <a:buNone/>
              <a:defRPr sz="2400">
                <a:solidFill>
                  <a:srgbClr val="FFFFFF"/>
                </a:solidFill>
              </a:defRPr>
            </a:lvl9pPr>
          </a:lstStyle>
          <a:p/>
        </p:txBody>
      </p:sp>
      <p:sp>
        <p:nvSpPr>
          <p:cNvPr id="81" name="Google Shape;81;p10"/>
          <p:cNvSpPr txBox="1"/>
          <p:nvPr>
            <p:ph idx="3" type="ctrTitle"/>
          </p:nvPr>
        </p:nvSpPr>
        <p:spPr>
          <a:xfrm>
            <a:off x="2229313" y="2712600"/>
            <a:ext cx="2300700" cy="2658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2400"/>
              <a:buNone/>
              <a:defRPr sz="2400">
                <a:solidFill>
                  <a:srgbClr val="FFFFFF"/>
                </a:solidFill>
              </a:defRPr>
            </a:lvl1pPr>
            <a:lvl2pPr lvl="1" rtl="0" algn="ctr">
              <a:spcBef>
                <a:spcPts val="0"/>
              </a:spcBef>
              <a:spcAft>
                <a:spcPts val="0"/>
              </a:spcAft>
              <a:buClr>
                <a:srgbClr val="FFFFFF"/>
              </a:buClr>
              <a:buSzPts val="2400"/>
              <a:buNone/>
              <a:defRPr sz="2400">
                <a:solidFill>
                  <a:srgbClr val="FFFFFF"/>
                </a:solidFill>
              </a:defRPr>
            </a:lvl2pPr>
            <a:lvl3pPr lvl="2" rtl="0" algn="ctr">
              <a:spcBef>
                <a:spcPts val="0"/>
              </a:spcBef>
              <a:spcAft>
                <a:spcPts val="0"/>
              </a:spcAft>
              <a:buClr>
                <a:srgbClr val="FFFFFF"/>
              </a:buClr>
              <a:buSzPts val="2400"/>
              <a:buNone/>
              <a:defRPr sz="2400">
                <a:solidFill>
                  <a:srgbClr val="FFFFFF"/>
                </a:solidFill>
              </a:defRPr>
            </a:lvl3pPr>
            <a:lvl4pPr lvl="3" rtl="0" algn="ctr">
              <a:spcBef>
                <a:spcPts val="0"/>
              </a:spcBef>
              <a:spcAft>
                <a:spcPts val="0"/>
              </a:spcAft>
              <a:buClr>
                <a:srgbClr val="FFFFFF"/>
              </a:buClr>
              <a:buSzPts val="2400"/>
              <a:buNone/>
              <a:defRPr sz="2400">
                <a:solidFill>
                  <a:srgbClr val="FFFFFF"/>
                </a:solidFill>
              </a:defRPr>
            </a:lvl4pPr>
            <a:lvl5pPr lvl="4" rtl="0" algn="ctr">
              <a:spcBef>
                <a:spcPts val="0"/>
              </a:spcBef>
              <a:spcAft>
                <a:spcPts val="0"/>
              </a:spcAft>
              <a:buClr>
                <a:srgbClr val="FFFFFF"/>
              </a:buClr>
              <a:buSzPts val="2400"/>
              <a:buNone/>
              <a:defRPr sz="2400">
                <a:solidFill>
                  <a:srgbClr val="FFFFFF"/>
                </a:solidFill>
              </a:defRPr>
            </a:lvl5pPr>
            <a:lvl6pPr lvl="5" rtl="0" algn="ctr">
              <a:spcBef>
                <a:spcPts val="0"/>
              </a:spcBef>
              <a:spcAft>
                <a:spcPts val="0"/>
              </a:spcAft>
              <a:buClr>
                <a:srgbClr val="FFFFFF"/>
              </a:buClr>
              <a:buSzPts val="2400"/>
              <a:buNone/>
              <a:defRPr sz="2400">
                <a:solidFill>
                  <a:srgbClr val="FFFFFF"/>
                </a:solidFill>
              </a:defRPr>
            </a:lvl6pPr>
            <a:lvl7pPr lvl="6" rtl="0" algn="ctr">
              <a:spcBef>
                <a:spcPts val="0"/>
              </a:spcBef>
              <a:spcAft>
                <a:spcPts val="0"/>
              </a:spcAft>
              <a:buClr>
                <a:srgbClr val="FFFFFF"/>
              </a:buClr>
              <a:buSzPts val="2400"/>
              <a:buNone/>
              <a:defRPr sz="2400">
                <a:solidFill>
                  <a:srgbClr val="FFFFFF"/>
                </a:solidFill>
              </a:defRPr>
            </a:lvl7pPr>
            <a:lvl8pPr lvl="7" rtl="0" algn="ctr">
              <a:spcBef>
                <a:spcPts val="0"/>
              </a:spcBef>
              <a:spcAft>
                <a:spcPts val="0"/>
              </a:spcAft>
              <a:buClr>
                <a:srgbClr val="FFFFFF"/>
              </a:buClr>
              <a:buSzPts val="2400"/>
              <a:buNone/>
              <a:defRPr sz="2400">
                <a:solidFill>
                  <a:srgbClr val="FFFFFF"/>
                </a:solidFill>
              </a:defRPr>
            </a:lvl8pPr>
            <a:lvl9pPr lvl="8" rtl="0" algn="ctr">
              <a:spcBef>
                <a:spcPts val="0"/>
              </a:spcBef>
              <a:spcAft>
                <a:spcPts val="0"/>
              </a:spcAft>
              <a:buClr>
                <a:srgbClr val="FFFFFF"/>
              </a:buClr>
              <a:buSzPts val="2400"/>
              <a:buNone/>
              <a:defRPr sz="2400">
                <a:solidFill>
                  <a:srgbClr val="FFFFFF"/>
                </a:solidFill>
              </a:defRPr>
            </a:lvl9pPr>
          </a:lstStyle>
          <a:p/>
        </p:txBody>
      </p:sp>
      <p:sp>
        <p:nvSpPr>
          <p:cNvPr id="82" name="Google Shape;82;p10"/>
          <p:cNvSpPr txBox="1"/>
          <p:nvPr>
            <p:ph idx="4" type="ctrTitle"/>
          </p:nvPr>
        </p:nvSpPr>
        <p:spPr>
          <a:xfrm>
            <a:off x="4572000" y="2712600"/>
            <a:ext cx="2384700" cy="2658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2400"/>
              <a:buNone/>
              <a:defRPr sz="2400">
                <a:solidFill>
                  <a:srgbClr val="FFFFFF"/>
                </a:solidFill>
              </a:defRPr>
            </a:lvl1pPr>
            <a:lvl2pPr lvl="1" rtl="0" algn="ctr">
              <a:spcBef>
                <a:spcPts val="0"/>
              </a:spcBef>
              <a:spcAft>
                <a:spcPts val="0"/>
              </a:spcAft>
              <a:buClr>
                <a:srgbClr val="FFFFFF"/>
              </a:buClr>
              <a:buSzPts val="2400"/>
              <a:buNone/>
              <a:defRPr sz="2400">
                <a:solidFill>
                  <a:srgbClr val="FFFFFF"/>
                </a:solidFill>
              </a:defRPr>
            </a:lvl2pPr>
            <a:lvl3pPr lvl="2" rtl="0" algn="ctr">
              <a:spcBef>
                <a:spcPts val="0"/>
              </a:spcBef>
              <a:spcAft>
                <a:spcPts val="0"/>
              </a:spcAft>
              <a:buClr>
                <a:srgbClr val="FFFFFF"/>
              </a:buClr>
              <a:buSzPts val="2400"/>
              <a:buNone/>
              <a:defRPr sz="2400">
                <a:solidFill>
                  <a:srgbClr val="FFFFFF"/>
                </a:solidFill>
              </a:defRPr>
            </a:lvl3pPr>
            <a:lvl4pPr lvl="3" rtl="0" algn="ctr">
              <a:spcBef>
                <a:spcPts val="0"/>
              </a:spcBef>
              <a:spcAft>
                <a:spcPts val="0"/>
              </a:spcAft>
              <a:buClr>
                <a:srgbClr val="FFFFFF"/>
              </a:buClr>
              <a:buSzPts val="2400"/>
              <a:buNone/>
              <a:defRPr sz="2400">
                <a:solidFill>
                  <a:srgbClr val="FFFFFF"/>
                </a:solidFill>
              </a:defRPr>
            </a:lvl4pPr>
            <a:lvl5pPr lvl="4" rtl="0" algn="ctr">
              <a:spcBef>
                <a:spcPts val="0"/>
              </a:spcBef>
              <a:spcAft>
                <a:spcPts val="0"/>
              </a:spcAft>
              <a:buClr>
                <a:srgbClr val="FFFFFF"/>
              </a:buClr>
              <a:buSzPts val="2400"/>
              <a:buNone/>
              <a:defRPr sz="2400">
                <a:solidFill>
                  <a:srgbClr val="FFFFFF"/>
                </a:solidFill>
              </a:defRPr>
            </a:lvl5pPr>
            <a:lvl6pPr lvl="5" rtl="0" algn="ctr">
              <a:spcBef>
                <a:spcPts val="0"/>
              </a:spcBef>
              <a:spcAft>
                <a:spcPts val="0"/>
              </a:spcAft>
              <a:buClr>
                <a:srgbClr val="FFFFFF"/>
              </a:buClr>
              <a:buSzPts val="2400"/>
              <a:buNone/>
              <a:defRPr sz="2400">
                <a:solidFill>
                  <a:srgbClr val="FFFFFF"/>
                </a:solidFill>
              </a:defRPr>
            </a:lvl6pPr>
            <a:lvl7pPr lvl="6" rtl="0" algn="ctr">
              <a:spcBef>
                <a:spcPts val="0"/>
              </a:spcBef>
              <a:spcAft>
                <a:spcPts val="0"/>
              </a:spcAft>
              <a:buClr>
                <a:srgbClr val="FFFFFF"/>
              </a:buClr>
              <a:buSzPts val="2400"/>
              <a:buNone/>
              <a:defRPr sz="2400">
                <a:solidFill>
                  <a:srgbClr val="FFFFFF"/>
                </a:solidFill>
              </a:defRPr>
            </a:lvl7pPr>
            <a:lvl8pPr lvl="7" rtl="0" algn="ctr">
              <a:spcBef>
                <a:spcPts val="0"/>
              </a:spcBef>
              <a:spcAft>
                <a:spcPts val="0"/>
              </a:spcAft>
              <a:buClr>
                <a:srgbClr val="FFFFFF"/>
              </a:buClr>
              <a:buSzPts val="2400"/>
              <a:buNone/>
              <a:defRPr sz="2400">
                <a:solidFill>
                  <a:srgbClr val="FFFFFF"/>
                </a:solidFill>
              </a:defRPr>
            </a:lvl8pPr>
            <a:lvl9pPr lvl="8" rtl="0" algn="ctr">
              <a:spcBef>
                <a:spcPts val="0"/>
              </a:spcBef>
              <a:spcAft>
                <a:spcPts val="0"/>
              </a:spcAft>
              <a:buClr>
                <a:srgbClr val="FFFFFF"/>
              </a:buClr>
              <a:buSzPts val="2400"/>
              <a:buNone/>
              <a:defRPr sz="2400">
                <a:solidFill>
                  <a:srgbClr val="FFFFFF"/>
                </a:solidFill>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2">
  <p:cSld name="CUSTOM_6">
    <p:spTree>
      <p:nvGrpSpPr>
        <p:cNvPr id="83" name="Shape 83"/>
        <p:cNvGrpSpPr/>
        <p:nvPr/>
      </p:nvGrpSpPr>
      <p:grpSpPr>
        <a:xfrm>
          <a:off x="0" y="0"/>
          <a:ext cx="0" cy="0"/>
          <a:chOff x="0" y="0"/>
          <a:chExt cx="0" cy="0"/>
        </a:xfrm>
      </p:grpSpPr>
      <p:pic>
        <p:nvPicPr>
          <p:cNvPr id="84" name="Google Shape;84;p11"/>
          <p:cNvPicPr preferRelativeResize="0"/>
          <p:nvPr/>
        </p:nvPicPr>
        <p:blipFill>
          <a:blip r:embed="rId2">
            <a:alphaModFix/>
          </a:blip>
          <a:stretch>
            <a:fillRect/>
          </a:stretch>
        </p:blipFill>
        <p:spPr>
          <a:xfrm flipH="1" rot="10800000">
            <a:off x="100" y="1725475"/>
            <a:ext cx="3802725" cy="3431200"/>
          </a:xfrm>
          <a:prstGeom prst="rect">
            <a:avLst/>
          </a:prstGeom>
          <a:noFill/>
          <a:ln>
            <a:noFill/>
          </a:ln>
        </p:spPr>
      </p:pic>
      <p:pic>
        <p:nvPicPr>
          <p:cNvPr id="85" name="Google Shape;85;p11"/>
          <p:cNvPicPr preferRelativeResize="0"/>
          <p:nvPr/>
        </p:nvPicPr>
        <p:blipFill>
          <a:blip r:embed="rId2">
            <a:alphaModFix/>
          </a:blip>
          <a:stretch>
            <a:fillRect/>
          </a:stretch>
        </p:blipFill>
        <p:spPr>
          <a:xfrm flipH="1">
            <a:off x="5334325" y="0"/>
            <a:ext cx="3802725" cy="3431200"/>
          </a:xfrm>
          <a:prstGeom prst="rect">
            <a:avLst/>
          </a:prstGeom>
          <a:noFill/>
          <a:ln>
            <a:noFill/>
          </a:ln>
        </p:spPr>
      </p:pic>
      <p:sp>
        <p:nvSpPr>
          <p:cNvPr id="86" name="Google Shape;86;p11"/>
          <p:cNvSpPr txBox="1"/>
          <p:nvPr>
            <p:ph type="ctrTitle"/>
          </p:nvPr>
        </p:nvSpPr>
        <p:spPr>
          <a:xfrm>
            <a:off x="1250675" y="1851425"/>
            <a:ext cx="6658800" cy="6705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3600"/>
              <a:buNone/>
              <a:defRPr sz="3600">
                <a:solidFill>
                  <a:srgbClr val="FFFFFF"/>
                </a:solidFill>
              </a:defRPr>
            </a:lvl1pPr>
            <a:lvl2pPr lvl="1" rtl="0" algn="ctr">
              <a:spcBef>
                <a:spcPts val="0"/>
              </a:spcBef>
              <a:spcAft>
                <a:spcPts val="0"/>
              </a:spcAft>
              <a:buClr>
                <a:srgbClr val="FFFFFF"/>
              </a:buClr>
              <a:buSzPts val="1800"/>
              <a:buNone/>
              <a:defRPr sz="1800">
                <a:solidFill>
                  <a:srgbClr val="FFFFFF"/>
                </a:solidFill>
              </a:defRPr>
            </a:lvl2pPr>
            <a:lvl3pPr lvl="2" rtl="0" algn="ctr">
              <a:spcBef>
                <a:spcPts val="0"/>
              </a:spcBef>
              <a:spcAft>
                <a:spcPts val="0"/>
              </a:spcAft>
              <a:buClr>
                <a:srgbClr val="FFFFFF"/>
              </a:buClr>
              <a:buSzPts val="1800"/>
              <a:buNone/>
              <a:defRPr sz="1800">
                <a:solidFill>
                  <a:srgbClr val="FFFFFF"/>
                </a:solidFill>
              </a:defRPr>
            </a:lvl3pPr>
            <a:lvl4pPr lvl="3" rtl="0" algn="ctr">
              <a:spcBef>
                <a:spcPts val="0"/>
              </a:spcBef>
              <a:spcAft>
                <a:spcPts val="0"/>
              </a:spcAft>
              <a:buClr>
                <a:srgbClr val="FFFFFF"/>
              </a:buClr>
              <a:buSzPts val="1800"/>
              <a:buNone/>
              <a:defRPr sz="1800">
                <a:solidFill>
                  <a:srgbClr val="FFFFFF"/>
                </a:solidFill>
              </a:defRPr>
            </a:lvl4pPr>
            <a:lvl5pPr lvl="4" rtl="0" algn="ctr">
              <a:spcBef>
                <a:spcPts val="0"/>
              </a:spcBef>
              <a:spcAft>
                <a:spcPts val="0"/>
              </a:spcAft>
              <a:buClr>
                <a:srgbClr val="FFFFFF"/>
              </a:buClr>
              <a:buSzPts val="1800"/>
              <a:buNone/>
              <a:defRPr sz="1800">
                <a:solidFill>
                  <a:srgbClr val="FFFFFF"/>
                </a:solidFill>
              </a:defRPr>
            </a:lvl5pPr>
            <a:lvl6pPr lvl="5" rtl="0" algn="ctr">
              <a:spcBef>
                <a:spcPts val="0"/>
              </a:spcBef>
              <a:spcAft>
                <a:spcPts val="0"/>
              </a:spcAft>
              <a:buClr>
                <a:srgbClr val="FFFFFF"/>
              </a:buClr>
              <a:buSzPts val="1800"/>
              <a:buNone/>
              <a:defRPr sz="1800">
                <a:solidFill>
                  <a:srgbClr val="FFFFFF"/>
                </a:solidFill>
              </a:defRPr>
            </a:lvl6pPr>
            <a:lvl7pPr lvl="6" rtl="0" algn="ctr">
              <a:spcBef>
                <a:spcPts val="0"/>
              </a:spcBef>
              <a:spcAft>
                <a:spcPts val="0"/>
              </a:spcAft>
              <a:buClr>
                <a:srgbClr val="FFFFFF"/>
              </a:buClr>
              <a:buSzPts val="1800"/>
              <a:buNone/>
              <a:defRPr sz="1800">
                <a:solidFill>
                  <a:srgbClr val="FFFFFF"/>
                </a:solidFill>
              </a:defRPr>
            </a:lvl7pPr>
            <a:lvl8pPr lvl="7" rtl="0" algn="ctr">
              <a:spcBef>
                <a:spcPts val="0"/>
              </a:spcBef>
              <a:spcAft>
                <a:spcPts val="0"/>
              </a:spcAft>
              <a:buClr>
                <a:srgbClr val="FFFFFF"/>
              </a:buClr>
              <a:buSzPts val="1800"/>
              <a:buNone/>
              <a:defRPr sz="1800">
                <a:solidFill>
                  <a:srgbClr val="FFFFFF"/>
                </a:solidFill>
              </a:defRPr>
            </a:lvl8pPr>
            <a:lvl9pPr lvl="8" rtl="0" algn="ctr">
              <a:spcBef>
                <a:spcPts val="0"/>
              </a:spcBef>
              <a:spcAft>
                <a:spcPts val="0"/>
              </a:spcAft>
              <a:buClr>
                <a:srgbClr val="FFFFFF"/>
              </a:buClr>
              <a:buSzPts val="1800"/>
              <a:buNone/>
              <a:defRPr sz="1800">
                <a:solidFill>
                  <a:srgbClr val="FFFFFF"/>
                </a:solidFill>
              </a:defRPr>
            </a:lvl9pPr>
          </a:lstStyle>
          <a:p/>
        </p:txBody>
      </p:sp>
      <p:sp>
        <p:nvSpPr>
          <p:cNvPr id="87" name="Google Shape;87;p11"/>
          <p:cNvSpPr txBox="1"/>
          <p:nvPr>
            <p:ph idx="1" type="subTitle"/>
          </p:nvPr>
        </p:nvSpPr>
        <p:spPr>
          <a:xfrm>
            <a:off x="3114750" y="2640476"/>
            <a:ext cx="2930700" cy="651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1000"/>
              <a:buNone/>
              <a:defRPr sz="1000">
                <a:solidFill>
                  <a:srgbClr val="FFFFFF"/>
                </a:solidFill>
              </a:defRPr>
            </a:lvl1pPr>
            <a:lvl2pPr lvl="1" rtl="0" algn="ctr">
              <a:lnSpc>
                <a:spcPct val="100000"/>
              </a:lnSpc>
              <a:spcBef>
                <a:spcPts val="0"/>
              </a:spcBef>
              <a:spcAft>
                <a:spcPts val="0"/>
              </a:spcAft>
              <a:buClr>
                <a:srgbClr val="FFFFFF"/>
              </a:buClr>
              <a:buSzPts val="1000"/>
              <a:buNone/>
              <a:defRPr sz="1000">
                <a:solidFill>
                  <a:srgbClr val="FFFFFF"/>
                </a:solidFill>
              </a:defRPr>
            </a:lvl2pPr>
            <a:lvl3pPr lvl="2" rtl="0" algn="ctr">
              <a:lnSpc>
                <a:spcPct val="100000"/>
              </a:lnSpc>
              <a:spcBef>
                <a:spcPts val="0"/>
              </a:spcBef>
              <a:spcAft>
                <a:spcPts val="0"/>
              </a:spcAft>
              <a:buClr>
                <a:srgbClr val="FFFFFF"/>
              </a:buClr>
              <a:buSzPts val="1000"/>
              <a:buNone/>
              <a:defRPr sz="1000">
                <a:solidFill>
                  <a:srgbClr val="FFFFFF"/>
                </a:solidFill>
              </a:defRPr>
            </a:lvl3pPr>
            <a:lvl4pPr lvl="3" rtl="0" algn="ctr">
              <a:lnSpc>
                <a:spcPct val="100000"/>
              </a:lnSpc>
              <a:spcBef>
                <a:spcPts val="0"/>
              </a:spcBef>
              <a:spcAft>
                <a:spcPts val="0"/>
              </a:spcAft>
              <a:buClr>
                <a:srgbClr val="FFFFFF"/>
              </a:buClr>
              <a:buSzPts val="1000"/>
              <a:buNone/>
              <a:defRPr sz="1000">
                <a:solidFill>
                  <a:srgbClr val="FFFFFF"/>
                </a:solidFill>
              </a:defRPr>
            </a:lvl4pPr>
            <a:lvl5pPr lvl="4" rtl="0" algn="ctr">
              <a:lnSpc>
                <a:spcPct val="100000"/>
              </a:lnSpc>
              <a:spcBef>
                <a:spcPts val="0"/>
              </a:spcBef>
              <a:spcAft>
                <a:spcPts val="0"/>
              </a:spcAft>
              <a:buClr>
                <a:srgbClr val="FFFFFF"/>
              </a:buClr>
              <a:buSzPts val="1000"/>
              <a:buNone/>
              <a:defRPr sz="1000">
                <a:solidFill>
                  <a:srgbClr val="FFFFFF"/>
                </a:solidFill>
              </a:defRPr>
            </a:lvl5pPr>
            <a:lvl6pPr lvl="5" rtl="0" algn="ctr">
              <a:lnSpc>
                <a:spcPct val="100000"/>
              </a:lnSpc>
              <a:spcBef>
                <a:spcPts val="0"/>
              </a:spcBef>
              <a:spcAft>
                <a:spcPts val="0"/>
              </a:spcAft>
              <a:buClr>
                <a:srgbClr val="FFFFFF"/>
              </a:buClr>
              <a:buSzPts val="1000"/>
              <a:buNone/>
              <a:defRPr sz="1000">
                <a:solidFill>
                  <a:srgbClr val="FFFFFF"/>
                </a:solidFill>
              </a:defRPr>
            </a:lvl6pPr>
            <a:lvl7pPr lvl="6" rtl="0" algn="ctr">
              <a:lnSpc>
                <a:spcPct val="100000"/>
              </a:lnSpc>
              <a:spcBef>
                <a:spcPts val="0"/>
              </a:spcBef>
              <a:spcAft>
                <a:spcPts val="0"/>
              </a:spcAft>
              <a:buClr>
                <a:srgbClr val="FFFFFF"/>
              </a:buClr>
              <a:buSzPts val="1000"/>
              <a:buNone/>
              <a:defRPr sz="1000">
                <a:solidFill>
                  <a:srgbClr val="FFFFFF"/>
                </a:solidFill>
              </a:defRPr>
            </a:lvl7pPr>
            <a:lvl8pPr lvl="7" rtl="0" algn="ctr">
              <a:lnSpc>
                <a:spcPct val="100000"/>
              </a:lnSpc>
              <a:spcBef>
                <a:spcPts val="0"/>
              </a:spcBef>
              <a:spcAft>
                <a:spcPts val="0"/>
              </a:spcAft>
              <a:buClr>
                <a:srgbClr val="FFFFFF"/>
              </a:buClr>
              <a:buSzPts val="1000"/>
              <a:buNone/>
              <a:defRPr sz="1000">
                <a:solidFill>
                  <a:srgbClr val="FFFFFF"/>
                </a:solidFill>
              </a:defRPr>
            </a:lvl8pPr>
            <a:lvl9pPr lvl="8" rtl="0" algn="ctr">
              <a:lnSpc>
                <a:spcPct val="100000"/>
              </a:lnSpc>
              <a:spcBef>
                <a:spcPts val="0"/>
              </a:spcBef>
              <a:spcAft>
                <a:spcPts val="0"/>
              </a:spcAft>
              <a:buClr>
                <a:srgbClr val="FFFFFF"/>
              </a:buClr>
              <a:buSzPts val="1000"/>
              <a:buNone/>
              <a:defRPr sz="1000">
                <a:solidFill>
                  <a:srgbClr val="FFFFFF"/>
                </a:solidFill>
              </a:defRPr>
            </a:lvl9pPr>
          </a:lstStyle>
          <a:p/>
        </p:txBody>
      </p:sp>
      <p:cxnSp>
        <p:nvCxnSpPr>
          <p:cNvPr id="88" name="Google Shape;88;p11"/>
          <p:cNvCxnSpPr/>
          <p:nvPr/>
        </p:nvCxnSpPr>
        <p:spPr>
          <a:xfrm>
            <a:off x="3681150" y="2571750"/>
            <a:ext cx="1797900" cy="0"/>
          </a:xfrm>
          <a:prstGeom prst="straightConnector1">
            <a:avLst/>
          </a:prstGeom>
          <a:noFill/>
          <a:ln cap="flat" cmpd="sng" w="19050">
            <a:solidFill>
              <a:srgbClr val="FFFFFF"/>
            </a:solidFill>
            <a:prstDash val="solid"/>
            <a:round/>
            <a:headEnd len="med" w="med" type="none"/>
            <a:tailEnd len="med" w="med" type="none"/>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p:cSld name="CUSTOM_7">
    <p:spTree>
      <p:nvGrpSpPr>
        <p:cNvPr id="89" name="Shape 89"/>
        <p:cNvGrpSpPr/>
        <p:nvPr/>
      </p:nvGrpSpPr>
      <p:grpSpPr>
        <a:xfrm>
          <a:off x="0" y="0"/>
          <a:ext cx="0" cy="0"/>
          <a:chOff x="0" y="0"/>
          <a:chExt cx="0" cy="0"/>
        </a:xfrm>
      </p:grpSpPr>
      <p:sp>
        <p:nvSpPr>
          <p:cNvPr id="90" name="Google Shape;90;p12"/>
          <p:cNvSpPr txBox="1"/>
          <p:nvPr>
            <p:ph type="ctrTitle"/>
          </p:nvPr>
        </p:nvSpPr>
        <p:spPr>
          <a:xfrm flipH="1">
            <a:off x="749100" y="500825"/>
            <a:ext cx="8394900" cy="6705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FFFFFF"/>
              </a:buClr>
              <a:buSzPts val="3600"/>
              <a:buNone/>
              <a:defRPr sz="3600">
                <a:solidFill>
                  <a:srgbClr val="FFFFFF"/>
                </a:solidFill>
              </a:defRPr>
            </a:lvl1pPr>
            <a:lvl2pPr lvl="1" rtl="0" algn="r">
              <a:spcBef>
                <a:spcPts val="0"/>
              </a:spcBef>
              <a:spcAft>
                <a:spcPts val="0"/>
              </a:spcAft>
              <a:buClr>
                <a:srgbClr val="FFFFFF"/>
              </a:buClr>
              <a:buSzPts val="2400"/>
              <a:buNone/>
              <a:defRPr sz="2400">
                <a:solidFill>
                  <a:srgbClr val="FFFFFF"/>
                </a:solidFill>
              </a:defRPr>
            </a:lvl2pPr>
            <a:lvl3pPr lvl="2" rtl="0" algn="r">
              <a:spcBef>
                <a:spcPts val="0"/>
              </a:spcBef>
              <a:spcAft>
                <a:spcPts val="0"/>
              </a:spcAft>
              <a:buClr>
                <a:srgbClr val="FFFFFF"/>
              </a:buClr>
              <a:buSzPts val="2400"/>
              <a:buNone/>
              <a:defRPr sz="2400">
                <a:solidFill>
                  <a:srgbClr val="FFFFFF"/>
                </a:solidFill>
              </a:defRPr>
            </a:lvl3pPr>
            <a:lvl4pPr lvl="3" rtl="0" algn="r">
              <a:spcBef>
                <a:spcPts val="0"/>
              </a:spcBef>
              <a:spcAft>
                <a:spcPts val="0"/>
              </a:spcAft>
              <a:buClr>
                <a:srgbClr val="FFFFFF"/>
              </a:buClr>
              <a:buSzPts val="2400"/>
              <a:buNone/>
              <a:defRPr sz="2400">
                <a:solidFill>
                  <a:srgbClr val="FFFFFF"/>
                </a:solidFill>
              </a:defRPr>
            </a:lvl4pPr>
            <a:lvl5pPr lvl="4" rtl="0" algn="r">
              <a:spcBef>
                <a:spcPts val="0"/>
              </a:spcBef>
              <a:spcAft>
                <a:spcPts val="0"/>
              </a:spcAft>
              <a:buClr>
                <a:srgbClr val="FFFFFF"/>
              </a:buClr>
              <a:buSzPts val="2400"/>
              <a:buNone/>
              <a:defRPr sz="2400">
                <a:solidFill>
                  <a:srgbClr val="FFFFFF"/>
                </a:solidFill>
              </a:defRPr>
            </a:lvl5pPr>
            <a:lvl6pPr lvl="5" rtl="0" algn="r">
              <a:spcBef>
                <a:spcPts val="0"/>
              </a:spcBef>
              <a:spcAft>
                <a:spcPts val="0"/>
              </a:spcAft>
              <a:buClr>
                <a:srgbClr val="FFFFFF"/>
              </a:buClr>
              <a:buSzPts val="2400"/>
              <a:buNone/>
              <a:defRPr sz="2400">
                <a:solidFill>
                  <a:srgbClr val="FFFFFF"/>
                </a:solidFill>
              </a:defRPr>
            </a:lvl6pPr>
            <a:lvl7pPr lvl="6" rtl="0" algn="r">
              <a:spcBef>
                <a:spcPts val="0"/>
              </a:spcBef>
              <a:spcAft>
                <a:spcPts val="0"/>
              </a:spcAft>
              <a:buClr>
                <a:srgbClr val="FFFFFF"/>
              </a:buClr>
              <a:buSzPts val="2400"/>
              <a:buNone/>
              <a:defRPr sz="2400">
                <a:solidFill>
                  <a:srgbClr val="FFFFFF"/>
                </a:solidFill>
              </a:defRPr>
            </a:lvl7pPr>
            <a:lvl8pPr lvl="7" rtl="0" algn="r">
              <a:spcBef>
                <a:spcPts val="0"/>
              </a:spcBef>
              <a:spcAft>
                <a:spcPts val="0"/>
              </a:spcAft>
              <a:buClr>
                <a:srgbClr val="FFFFFF"/>
              </a:buClr>
              <a:buSzPts val="2400"/>
              <a:buNone/>
              <a:defRPr sz="2400">
                <a:solidFill>
                  <a:srgbClr val="FFFFFF"/>
                </a:solidFill>
              </a:defRPr>
            </a:lvl8pPr>
            <a:lvl9pPr lvl="8" rtl="0" algn="r">
              <a:spcBef>
                <a:spcPts val="0"/>
              </a:spcBef>
              <a:spcAft>
                <a:spcPts val="0"/>
              </a:spcAft>
              <a:buClr>
                <a:srgbClr val="FFFFFF"/>
              </a:buClr>
              <a:buSzPts val="2400"/>
              <a:buNone/>
              <a:defRPr sz="2400">
                <a:solidFill>
                  <a:srgbClr val="FFFFFF"/>
                </a:solidFill>
              </a:defRPr>
            </a:lvl9pPr>
          </a:lstStyle>
          <a:p/>
        </p:txBody>
      </p:sp>
      <p:pic>
        <p:nvPicPr>
          <p:cNvPr id="91" name="Google Shape;91;p12"/>
          <p:cNvPicPr preferRelativeResize="0"/>
          <p:nvPr/>
        </p:nvPicPr>
        <p:blipFill>
          <a:blip r:embed="rId2">
            <a:alphaModFix/>
          </a:blip>
          <a:stretch>
            <a:fillRect/>
          </a:stretch>
        </p:blipFill>
        <p:spPr>
          <a:xfrm flipH="1">
            <a:off x="6843225" y="0"/>
            <a:ext cx="2300675" cy="207590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LUMNS">
  <p:cSld name="CUSTOM_7_1">
    <p:spTree>
      <p:nvGrpSpPr>
        <p:cNvPr id="92" name="Shape 92"/>
        <p:cNvGrpSpPr/>
        <p:nvPr/>
      </p:nvGrpSpPr>
      <p:grpSpPr>
        <a:xfrm>
          <a:off x="0" y="0"/>
          <a:ext cx="0" cy="0"/>
          <a:chOff x="0" y="0"/>
          <a:chExt cx="0" cy="0"/>
        </a:xfrm>
      </p:grpSpPr>
      <p:pic>
        <p:nvPicPr>
          <p:cNvPr id="93" name="Google Shape;93;p13"/>
          <p:cNvPicPr preferRelativeResize="0"/>
          <p:nvPr/>
        </p:nvPicPr>
        <p:blipFill>
          <a:blip r:embed="rId2">
            <a:alphaModFix/>
          </a:blip>
          <a:stretch>
            <a:fillRect/>
          </a:stretch>
        </p:blipFill>
        <p:spPr>
          <a:xfrm flipH="1">
            <a:off x="6843225" y="0"/>
            <a:ext cx="2300675" cy="2075900"/>
          </a:xfrm>
          <a:prstGeom prst="rect">
            <a:avLst/>
          </a:prstGeom>
          <a:noFill/>
          <a:ln>
            <a:noFill/>
          </a:ln>
        </p:spPr>
      </p:pic>
      <p:sp>
        <p:nvSpPr>
          <p:cNvPr id="94" name="Google Shape;94;p13"/>
          <p:cNvSpPr txBox="1"/>
          <p:nvPr>
            <p:ph type="ctrTitle"/>
          </p:nvPr>
        </p:nvSpPr>
        <p:spPr>
          <a:xfrm flipH="1">
            <a:off x="749100" y="507400"/>
            <a:ext cx="8394900" cy="6705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FFFFFF"/>
              </a:buClr>
              <a:buSzPts val="3600"/>
              <a:buNone/>
              <a:defRPr sz="3600">
                <a:solidFill>
                  <a:srgbClr val="FFFFFF"/>
                </a:solidFill>
              </a:defRPr>
            </a:lvl1pPr>
            <a:lvl2pPr lvl="1" rtl="0" algn="r">
              <a:spcBef>
                <a:spcPts val="0"/>
              </a:spcBef>
              <a:spcAft>
                <a:spcPts val="0"/>
              </a:spcAft>
              <a:buClr>
                <a:srgbClr val="FFFFFF"/>
              </a:buClr>
              <a:buSzPts val="2400"/>
              <a:buNone/>
              <a:defRPr sz="2400">
                <a:solidFill>
                  <a:srgbClr val="FFFFFF"/>
                </a:solidFill>
              </a:defRPr>
            </a:lvl2pPr>
            <a:lvl3pPr lvl="2" rtl="0" algn="r">
              <a:spcBef>
                <a:spcPts val="0"/>
              </a:spcBef>
              <a:spcAft>
                <a:spcPts val="0"/>
              </a:spcAft>
              <a:buClr>
                <a:srgbClr val="FFFFFF"/>
              </a:buClr>
              <a:buSzPts val="2400"/>
              <a:buNone/>
              <a:defRPr sz="2400">
                <a:solidFill>
                  <a:srgbClr val="FFFFFF"/>
                </a:solidFill>
              </a:defRPr>
            </a:lvl3pPr>
            <a:lvl4pPr lvl="3" rtl="0" algn="r">
              <a:spcBef>
                <a:spcPts val="0"/>
              </a:spcBef>
              <a:spcAft>
                <a:spcPts val="0"/>
              </a:spcAft>
              <a:buClr>
                <a:srgbClr val="FFFFFF"/>
              </a:buClr>
              <a:buSzPts val="2400"/>
              <a:buNone/>
              <a:defRPr sz="2400">
                <a:solidFill>
                  <a:srgbClr val="FFFFFF"/>
                </a:solidFill>
              </a:defRPr>
            </a:lvl4pPr>
            <a:lvl5pPr lvl="4" rtl="0" algn="r">
              <a:spcBef>
                <a:spcPts val="0"/>
              </a:spcBef>
              <a:spcAft>
                <a:spcPts val="0"/>
              </a:spcAft>
              <a:buClr>
                <a:srgbClr val="FFFFFF"/>
              </a:buClr>
              <a:buSzPts val="2400"/>
              <a:buNone/>
              <a:defRPr sz="2400">
                <a:solidFill>
                  <a:srgbClr val="FFFFFF"/>
                </a:solidFill>
              </a:defRPr>
            </a:lvl5pPr>
            <a:lvl6pPr lvl="5" rtl="0" algn="r">
              <a:spcBef>
                <a:spcPts val="0"/>
              </a:spcBef>
              <a:spcAft>
                <a:spcPts val="0"/>
              </a:spcAft>
              <a:buClr>
                <a:srgbClr val="FFFFFF"/>
              </a:buClr>
              <a:buSzPts val="2400"/>
              <a:buNone/>
              <a:defRPr sz="2400">
                <a:solidFill>
                  <a:srgbClr val="FFFFFF"/>
                </a:solidFill>
              </a:defRPr>
            </a:lvl6pPr>
            <a:lvl7pPr lvl="6" rtl="0" algn="r">
              <a:spcBef>
                <a:spcPts val="0"/>
              </a:spcBef>
              <a:spcAft>
                <a:spcPts val="0"/>
              </a:spcAft>
              <a:buClr>
                <a:srgbClr val="FFFFFF"/>
              </a:buClr>
              <a:buSzPts val="2400"/>
              <a:buNone/>
              <a:defRPr sz="2400">
                <a:solidFill>
                  <a:srgbClr val="FFFFFF"/>
                </a:solidFill>
              </a:defRPr>
            </a:lvl7pPr>
            <a:lvl8pPr lvl="7" rtl="0" algn="r">
              <a:spcBef>
                <a:spcPts val="0"/>
              </a:spcBef>
              <a:spcAft>
                <a:spcPts val="0"/>
              </a:spcAft>
              <a:buClr>
                <a:srgbClr val="FFFFFF"/>
              </a:buClr>
              <a:buSzPts val="2400"/>
              <a:buNone/>
              <a:defRPr sz="2400">
                <a:solidFill>
                  <a:srgbClr val="FFFFFF"/>
                </a:solidFill>
              </a:defRPr>
            </a:lvl8pPr>
            <a:lvl9pPr lvl="8" rtl="0" algn="r">
              <a:spcBef>
                <a:spcPts val="0"/>
              </a:spcBef>
              <a:spcAft>
                <a:spcPts val="0"/>
              </a:spcAft>
              <a:buClr>
                <a:srgbClr val="FFFFFF"/>
              </a:buClr>
              <a:buSzPts val="2400"/>
              <a:buNone/>
              <a:defRPr sz="2400">
                <a:solidFill>
                  <a:srgbClr val="FFFFFF"/>
                </a:solidFill>
              </a:defRPr>
            </a:lvl9pPr>
          </a:lstStyle>
          <a:p/>
        </p:txBody>
      </p:sp>
      <p:sp>
        <p:nvSpPr>
          <p:cNvPr id="95" name="Google Shape;95;p13"/>
          <p:cNvSpPr txBox="1"/>
          <p:nvPr>
            <p:ph idx="2" type="ctrTitle"/>
          </p:nvPr>
        </p:nvSpPr>
        <p:spPr>
          <a:xfrm>
            <a:off x="1690457" y="1908313"/>
            <a:ext cx="26292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1400"/>
              <a:buNone/>
              <a:defRPr sz="1400">
                <a:solidFill>
                  <a:srgbClr val="FFFFFF"/>
                </a:solidFill>
              </a:defRPr>
            </a:lvl1pPr>
            <a:lvl2pPr lvl="1" rtl="0" algn="ctr">
              <a:spcBef>
                <a:spcPts val="0"/>
              </a:spcBef>
              <a:spcAft>
                <a:spcPts val="0"/>
              </a:spcAft>
              <a:buClr>
                <a:srgbClr val="FFFFFF"/>
              </a:buClr>
              <a:buSzPts val="1800"/>
              <a:buNone/>
              <a:defRPr sz="1800">
                <a:solidFill>
                  <a:srgbClr val="FFFFFF"/>
                </a:solidFill>
              </a:defRPr>
            </a:lvl2pPr>
            <a:lvl3pPr lvl="2" rtl="0" algn="ctr">
              <a:spcBef>
                <a:spcPts val="0"/>
              </a:spcBef>
              <a:spcAft>
                <a:spcPts val="0"/>
              </a:spcAft>
              <a:buClr>
                <a:srgbClr val="FFFFFF"/>
              </a:buClr>
              <a:buSzPts val="1800"/>
              <a:buNone/>
              <a:defRPr sz="1800">
                <a:solidFill>
                  <a:srgbClr val="FFFFFF"/>
                </a:solidFill>
              </a:defRPr>
            </a:lvl3pPr>
            <a:lvl4pPr lvl="3" rtl="0" algn="ctr">
              <a:spcBef>
                <a:spcPts val="0"/>
              </a:spcBef>
              <a:spcAft>
                <a:spcPts val="0"/>
              </a:spcAft>
              <a:buClr>
                <a:srgbClr val="FFFFFF"/>
              </a:buClr>
              <a:buSzPts val="1800"/>
              <a:buNone/>
              <a:defRPr sz="1800">
                <a:solidFill>
                  <a:srgbClr val="FFFFFF"/>
                </a:solidFill>
              </a:defRPr>
            </a:lvl4pPr>
            <a:lvl5pPr lvl="4" rtl="0" algn="ctr">
              <a:spcBef>
                <a:spcPts val="0"/>
              </a:spcBef>
              <a:spcAft>
                <a:spcPts val="0"/>
              </a:spcAft>
              <a:buClr>
                <a:srgbClr val="FFFFFF"/>
              </a:buClr>
              <a:buSzPts val="1800"/>
              <a:buNone/>
              <a:defRPr sz="1800">
                <a:solidFill>
                  <a:srgbClr val="FFFFFF"/>
                </a:solidFill>
              </a:defRPr>
            </a:lvl5pPr>
            <a:lvl6pPr lvl="5" rtl="0" algn="ctr">
              <a:spcBef>
                <a:spcPts val="0"/>
              </a:spcBef>
              <a:spcAft>
                <a:spcPts val="0"/>
              </a:spcAft>
              <a:buClr>
                <a:srgbClr val="FFFFFF"/>
              </a:buClr>
              <a:buSzPts val="1800"/>
              <a:buNone/>
              <a:defRPr sz="1800">
                <a:solidFill>
                  <a:srgbClr val="FFFFFF"/>
                </a:solidFill>
              </a:defRPr>
            </a:lvl6pPr>
            <a:lvl7pPr lvl="6" rtl="0" algn="ctr">
              <a:spcBef>
                <a:spcPts val="0"/>
              </a:spcBef>
              <a:spcAft>
                <a:spcPts val="0"/>
              </a:spcAft>
              <a:buClr>
                <a:srgbClr val="FFFFFF"/>
              </a:buClr>
              <a:buSzPts val="1800"/>
              <a:buNone/>
              <a:defRPr sz="1800">
                <a:solidFill>
                  <a:srgbClr val="FFFFFF"/>
                </a:solidFill>
              </a:defRPr>
            </a:lvl7pPr>
            <a:lvl8pPr lvl="7" rtl="0" algn="ctr">
              <a:spcBef>
                <a:spcPts val="0"/>
              </a:spcBef>
              <a:spcAft>
                <a:spcPts val="0"/>
              </a:spcAft>
              <a:buClr>
                <a:srgbClr val="FFFFFF"/>
              </a:buClr>
              <a:buSzPts val="1800"/>
              <a:buNone/>
              <a:defRPr sz="1800">
                <a:solidFill>
                  <a:srgbClr val="FFFFFF"/>
                </a:solidFill>
              </a:defRPr>
            </a:lvl8pPr>
            <a:lvl9pPr lvl="8" rtl="0" algn="ctr">
              <a:spcBef>
                <a:spcPts val="0"/>
              </a:spcBef>
              <a:spcAft>
                <a:spcPts val="0"/>
              </a:spcAft>
              <a:buClr>
                <a:srgbClr val="FFFFFF"/>
              </a:buClr>
              <a:buSzPts val="1800"/>
              <a:buNone/>
              <a:defRPr sz="1800">
                <a:solidFill>
                  <a:srgbClr val="FFFFFF"/>
                </a:solidFill>
              </a:defRPr>
            </a:lvl9pPr>
          </a:lstStyle>
          <a:p/>
        </p:txBody>
      </p:sp>
      <p:sp>
        <p:nvSpPr>
          <p:cNvPr id="96" name="Google Shape;96;p13"/>
          <p:cNvSpPr txBox="1"/>
          <p:nvPr>
            <p:ph idx="1" type="subTitle"/>
          </p:nvPr>
        </p:nvSpPr>
        <p:spPr>
          <a:xfrm>
            <a:off x="2051807" y="2369775"/>
            <a:ext cx="1906500" cy="367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1000"/>
              <a:buNone/>
              <a:defRPr sz="1000">
                <a:solidFill>
                  <a:srgbClr val="FFFFFF"/>
                </a:solidFill>
              </a:defRPr>
            </a:lvl1pPr>
            <a:lvl2pPr lvl="1" rtl="0" algn="ctr">
              <a:lnSpc>
                <a:spcPct val="100000"/>
              </a:lnSpc>
              <a:spcBef>
                <a:spcPts val="0"/>
              </a:spcBef>
              <a:spcAft>
                <a:spcPts val="0"/>
              </a:spcAft>
              <a:buClr>
                <a:srgbClr val="FFFFFF"/>
              </a:buClr>
              <a:buSzPts val="1000"/>
              <a:buNone/>
              <a:defRPr sz="1000">
                <a:solidFill>
                  <a:srgbClr val="FFFFFF"/>
                </a:solidFill>
              </a:defRPr>
            </a:lvl2pPr>
            <a:lvl3pPr lvl="2" rtl="0" algn="ctr">
              <a:lnSpc>
                <a:spcPct val="100000"/>
              </a:lnSpc>
              <a:spcBef>
                <a:spcPts val="0"/>
              </a:spcBef>
              <a:spcAft>
                <a:spcPts val="0"/>
              </a:spcAft>
              <a:buClr>
                <a:srgbClr val="FFFFFF"/>
              </a:buClr>
              <a:buSzPts val="1000"/>
              <a:buNone/>
              <a:defRPr sz="1000">
                <a:solidFill>
                  <a:srgbClr val="FFFFFF"/>
                </a:solidFill>
              </a:defRPr>
            </a:lvl3pPr>
            <a:lvl4pPr lvl="3" rtl="0" algn="ctr">
              <a:lnSpc>
                <a:spcPct val="100000"/>
              </a:lnSpc>
              <a:spcBef>
                <a:spcPts val="0"/>
              </a:spcBef>
              <a:spcAft>
                <a:spcPts val="0"/>
              </a:spcAft>
              <a:buClr>
                <a:srgbClr val="FFFFFF"/>
              </a:buClr>
              <a:buSzPts val="1000"/>
              <a:buNone/>
              <a:defRPr sz="1000">
                <a:solidFill>
                  <a:srgbClr val="FFFFFF"/>
                </a:solidFill>
              </a:defRPr>
            </a:lvl4pPr>
            <a:lvl5pPr lvl="4" rtl="0" algn="ctr">
              <a:lnSpc>
                <a:spcPct val="100000"/>
              </a:lnSpc>
              <a:spcBef>
                <a:spcPts val="0"/>
              </a:spcBef>
              <a:spcAft>
                <a:spcPts val="0"/>
              </a:spcAft>
              <a:buClr>
                <a:srgbClr val="FFFFFF"/>
              </a:buClr>
              <a:buSzPts val="1000"/>
              <a:buNone/>
              <a:defRPr sz="1000">
                <a:solidFill>
                  <a:srgbClr val="FFFFFF"/>
                </a:solidFill>
              </a:defRPr>
            </a:lvl5pPr>
            <a:lvl6pPr lvl="5" rtl="0" algn="ctr">
              <a:lnSpc>
                <a:spcPct val="100000"/>
              </a:lnSpc>
              <a:spcBef>
                <a:spcPts val="0"/>
              </a:spcBef>
              <a:spcAft>
                <a:spcPts val="0"/>
              </a:spcAft>
              <a:buClr>
                <a:srgbClr val="FFFFFF"/>
              </a:buClr>
              <a:buSzPts val="1000"/>
              <a:buNone/>
              <a:defRPr sz="1000">
                <a:solidFill>
                  <a:srgbClr val="FFFFFF"/>
                </a:solidFill>
              </a:defRPr>
            </a:lvl6pPr>
            <a:lvl7pPr lvl="6" rtl="0" algn="ctr">
              <a:lnSpc>
                <a:spcPct val="100000"/>
              </a:lnSpc>
              <a:spcBef>
                <a:spcPts val="0"/>
              </a:spcBef>
              <a:spcAft>
                <a:spcPts val="0"/>
              </a:spcAft>
              <a:buClr>
                <a:srgbClr val="FFFFFF"/>
              </a:buClr>
              <a:buSzPts val="1000"/>
              <a:buNone/>
              <a:defRPr sz="1000">
                <a:solidFill>
                  <a:srgbClr val="FFFFFF"/>
                </a:solidFill>
              </a:defRPr>
            </a:lvl7pPr>
            <a:lvl8pPr lvl="7" rtl="0" algn="ctr">
              <a:lnSpc>
                <a:spcPct val="100000"/>
              </a:lnSpc>
              <a:spcBef>
                <a:spcPts val="0"/>
              </a:spcBef>
              <a:spcAft>
                <a:spcPts val="0"/>
              </a:spcAft>
              <a:buClr>
                <a:srgbClr val="FFFFFF"/>
              </a:buClr>
              <a:buSzPts val="1000"/>
              <a:buNone/>
              <a:defRPr sz="1000">
                <a:solidFill>
                  <a:srgbClr val="FFFFFF"/>
                </a:solidFill>
              </a:defRPr>
            </a:lvl8pPr>
            <a:lvl9pPr lvl="8" rtl="0" algn="ctr">
              <a:lnSpc>
                <a:spcPct val="100000"/>
              </a:lnSpc>
              <a:spcBef>
                <a:spcPts val="0"/>
              </a:spcBef>
              <a:spcAft>
                <a:spcPts val="0"/>
              </a:spcAft>
              <a:buClr>
                <a:srgbClr val="FFFFFF"/>
              </a:buClr>
              <a:buSzPts val="1000"/>
              <a:buNone/>
              <a:defRPr sz="1000">
                <a:solidFill>
                  <a:srgbClr val="FFFFFF"/>
                </a:solidFill>
              </a:defRPr>
            </a:lvl9pPr>
          </a:lstStyle>
          <a:p/>
        </p:txBody>
      </p:sp>
      <p:sp>
        <p:nvSpPr>
          <p:cNvPr id="97" name="Google Shape;97;p13"/>
          <p:cNvSpPr txBox="1"/>
          <p:nvPr>
            <p:ph idx="3" type="ctrTitle"/>
          </p:nvPr>
        </p:nvSpPr>
        <p:spPr>
          <a:xfrm>
            <a:off x="1690457" y="3410263"/>
            <a:ext cx="26292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1400"/>
              <a:buNone/>
              <a:defRPr sz="1400">
                <a:solidFill>
                  <a:srgbClr val="FFFFFF"/>
                </a:solidFill>
              </a:defRPr>
            </a:lvl1pPr>
            <a:lvl2pPr lvl="1" rtl="0" algn="ctr">
              <a:spcBef>
                <a:spcPts val="0"/>
              </a:spcBef>
              <a:spcAft>
                <a:spcPts val="0"/>
              </a:spcAft>
              <a:buClr>
                <a:srgbClr val="FFFFFF"/>
              </a:buClr>
              <a:buSzPts val="1800"/>
              <a:buNone/>
              <a:defRPr sz="1800">
                <a:solidFill>
                  <a:srgbClr val="FFFFFF"/>
                </a:solidFill>
              </a:defRPr>
            </a:lvl2pPr>
            <a:lvl3pPr lvl="2" rtl="0" algn="ctr">
              <a:spcBef>
                <a:spcPts val="0"/>
              </a:spcBef>
              <a:spcAft>
                <a:spcPts val="0"/>
              </a:spcAft>
              <a:buClr>
                <a:srgbClr val="FFFFFF"/>
              </a:buClr>
              <a:buSzPts val="1800"/>
              <a:buNone/>
              <a:defRPr sz="1800">
                <a:solidFill>
                  <a:srgbClr val="FFFFFF"/>
                </a:solidFill>
              </a:defRPr>
            </a:lvl3pPr>
            <a:lvl4pPr lvl="3" rtl="0" algn="ctr">
              <a:spcBef>
                <a:spcPts val="0"/>
              </a:spcBef>
              <a:spcAft>
                <a:spcPts val="0"/>
              </a:spcAft>
              <a:buClr>
                <a:srgbClr val="FFFFFF"/>
              </a:buClr>
              <a:buSzPts val="1800"/>
              <a:buNone/>
              <a:defRPr sz="1800">
                <a:solidFill>
                  <a:srgbClr val="FFFFFF"/>
                </a:solidFill>
              </a:defRPr>
            </a:lvl4pPr>
            <a:lvl5pPr lvl="4" rtl="0" algn="ctr">
              <a:spcBef>
                <a:spcPts val="0"/>
              </a:spcBef>
              <a:spcAft>
                <a:spcPts val="0"/>
              </a:spcAft>
              <a:buClr>
                <a:srgbClr val="FFFFFF"/>
              </a:buClr>
              <a:buSzPts val="1800"/>
              <a:buNone/>
              <a:defRPr sz="1800">
                <a:solidFill>
                  <a:srgbClr val="FFFFFF"/>
                </a:solidFill>
              </a:defRPr>
            </a:lvl5pPr>
            <a:lvl6pPr lvl="5" rtl="0" algn="ctr">
              <a:spcBef>
                <a:spcPts val="0"/>
              </a:spcBef>
              <a:spcAft>
                <a:spcPts val="0"/>
              </a:spcAft>
              <a:buClr>
                <a:srgbClr val="FFFFFF"/>
              </a:buClr>
              <a:buSzPts val="1800"/>
              <a:buNone/>
              <a:defRPr sz="1800">
                <a:solidFill>
                  <a:srgbClr val="FFFFFF"/>
                </a:solidFill>
              </a:defRPr>
            </a:lvl6pPr>
            <a:lvl7pPr lvl="6" rtl="0" algn="ctr">
              <a:spcBef>
                <a:spcPts val="0"/>
              </a:spcBef>
              <a:spcAft>
                <a:spcPts val="0"/>
              </a:spcAft>
              <a:buClr>
                <a:srgbClr val="FFFFFF"/>
              </a:buClr>
              <a:buSzPts val="1800"/>
              <a:buNone/>
              <a:defRPr sz="1800">
                <a:solidFill>
                  <a:srgbClr val="FFFFFF"/>
                </a:solidFill>
              </a:defRPr>
            </a:lvl7pPr>
            <a:lvl8pPr lvl="7" rtl="0" algn="ctr">
              <a:spcBef>
                <a:spcPts val="0"/>
              </a:spcBef>
              <a:spcAft>
                <a:spcPts val="0"/>
              </a:spcAft>
              <a:buClr>
                <a:srgbClr val="FFFFFF"/>
              </a:buClr>
              <a:buSzPts val="1800"/>
              <a:buNone/>
              <a:defRPr sz="1800">
                <a:solidFill>
                  <a:srgbClr val="FFFFFF"/>
                </a:solidFill>
              </a:defRPr>
            </a:lvl8pPr>
            <a:lvl9pPr lvl="8" rtl="0" algn="ctr">
              <a:spcBef>
                <a:spcPts val="0"/>
              </a:spcBef>
              <a:spcAft>
                <a:spcPts val="0"/>
              </a:spcAft>
              <a:buClr>
                <a:srgbClr val="FFFFFF"/>
              </a:buClr>
              <a:buSzPts val="1800"/>
              <a:buNone/>
              <a:defRPr sz="1800">
                <a:solidFill>
                  <a:srgbClr val="FFFFFF"/>
                </a:solidFill>
              </a:defRPr>
            </a:lvl9pPr>
          </a:lstStyle>
          <a:p/>
        </p:txBody>
      </p:sp>
      <p:sp>
        <p:nvSpPr>
          <p:cNvPr id="98" name="Google Shape;98;p13"/>
          <p:cNvSpPr txBox="1"/>
          <p:nvPr>
            <p:ph idx="4" type="subTitle"/>
          </p:nvPr>
        </p:nvSpPr>
        <p:spPr>
          <a:xfrm>
            <a:off x="2051807" y="3871725"/>
            <a:ext cx="1906500" cy="367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1000"/>
              <a:buNone/>
              <a:defRPr sz="1000">
                <a:solidFill>
                  <a:srgbClr val="FFFFFF"/>
                </a:solidFill>
              </a:defRPr>
            </a:lvl1pPr>
            <a:lvl2pPr lvl="1" rtl="0" algn="ctr">
              <a:lnSpc>
                <a:spcPct val="100000"/>
              </a:lnSpc>
              <a:spcBef>
                <a:spcPts val="0"/>
              </a:spcBef>
              <a:spcAft>
                <a:spcPts val="0"/>
              </a:spcAft>
              <a:buClr>
                <a:srgbClr val="FFFFFF"/>
              </a:buClr>
              <a:buSzPts val="1000"/>
              <a:buNone/>
              <a:defRPr sz="1000">
                <a:solidFill>
                  <a:srgbClr val="FFFFFF"/>
                </a:solidFill>
              </a:defRPr>
            </a:lvl2pPr>
            <a:lvl3pPr lvl="2" rtl="0" algn="ctr">
              <a:lnSpc>
                <a:spcPct val="100000"/>
              </a:lnSpc>
              <a:spcBef>
                <a:spcPts val="0"/>
              </a:spcBef>
              <a:spcAft>
                <a:spcPts val="0"/>
              </a:spcAft>
              <a:buClr>
                <a:srgbClr val="FFFFFF"/>
              </a:buClr>
              <a:buSzPts val="1000"/>
              <a:buNone/>
              <a:defRPr sz="1000">
                <a:solidFill>
                  <a:srgbClr val="FFFFFF"/>
                </a:solidFill>
              </a:defRPr>
            </a:lvl3pPr>
            <a:lvl4pPr lvl="3" rtl="0" algn="ctr">
              <a:lnSpc>
                <a:spcPct val="100000"/>
              </a:lnSpc>
              <a:spcBef>
                <a:spcPts val="0"/>
              </a:spcBef>
              <a:spcAft>
                <a:spcPts val="0"/>
              </a:spcAft>
              <a:buClr>
                <a:srgbClr val="FFFFFF"/>
              </a:buClr>
              <a:buSzPts val="1000"/>
              <a:buNone/>
              <a:defRPr sz="1000">
                <a:solidFill>
                  <a:srgbClr val="FFFFFF"/>
                </a:solidFill>
              </a:defRPr>
            </a:lvl4pPr>
            <a:lvl5pPr lvl="4" rtl="0" algn="ctr">
              <a:lnSpc>
                <a:spcPct val="100000"/>
              </a:lnSpc>
              <a:spcBef>
                <a:spcPts val="0"/>
              </a:spcBef>
              <a:spcAft>
                <a:spcPts val="0"/>
              </a:spcAft>
              <a:buClr>
                <a:srgbClr val="FFFFFF"/>
              </a:buClr>
              <a:buSzPts val="1000"/>
              <a:buNone/>
              <a:defRPr sz="1000">
                <a:solidFill>
                  <a:srgbClr val="FFFFFF"/>
                </a:solidFill>
              </a:defRPr>
            </a:lvl5pPr>
            <a:lvl6pPr lvl="5" rtl="0" algn="ctr">
              <a:lnSpc>
                <a:spcPct val="100000"/>
              </a:lnSpc>
              <a:spcBef>
                <a:spcPts val="0"/>
              </a:spcBef>
              <a:spcAft>
                <a:spcPts val="0"/>
              </a:spcAft>
              <a:buClr>
                <a:srgbClr val="FFFFFF"/>
              </a:buClr>
              <a:buSzPts val="1000"/>
              <a:buNone/>
              <a:defRPr sz="1000">
                <a:solidFill>
                  <a:srgbClr val="FFFFFF"/>
                </a:solidFill>
              </a:defRPr>
            </a:lvl6pPr>
            <a:lvl7pPr lvl="6" rtl="0" algn="ctr">
              <a:lnSpc>
                <a:spcPct val="100000"/>
              </a:lnSpc>
              <a:spcBef>
                <a:spcPts val="0"/>
              </a:spcBef>
              <a:spcAft>
                <a:spcPts val="0"/>
              </a:spcAft>
              <a:buClr>
                <a:srgbClr val="FFFFFF"/>
              </a:buClr>
              <a:buSzPts val="1000"/>
              <a:buNone/>
              <a:defRPr sz="1000">
                <a:solidFill>
                  <a:srgbClr val="FFFFFF"/>
                </a:solidFill>
              </a:defRPr>
            </a:lvl7pPr>
            <a:lvl8pPr lvl="7" rtl="0" algn="ctr">
              <a:lnSpc>
                <a:spcPct val="100000"/>
              </a:lnSpc>
              <a:spcBef>
                <a:spcPts val="0"/>
              </a:spcBef>
              <a:spcAft>
                <a:spcPts val="0"/>
              </a:spcAft>
              <a:buClr>
                <a:srgbClr val="FFFFFF"/>
              </a:buClr>
              <a:buSzPts val="1000"/>
              <a:buNone/>
              <a:defRPr sz="1000">
                <a:solidFill>
                  <a:srgbClr val="FFFFFF"/>
                </a:solidFill>
              </a:defRPr>
            </a:lvl8pPr>
            <a:lvl9pPr lvl="8" rtl="0" algn="ctr">
              <a:lnSpc>
                <a:spcPct val="100000"/>
              </a:lnSpc>
              <a:spcBef>
                <a:spcPts val="0"/>
              </a:spcBef>
              <a:spcAft>
                <a:spcPts val="0"/>
              </a:spcAft>
              <a:buClr>
                <a:srgbClr val="FFFFFF"/>
              </a:buClr>
              <a:buSzPts val="1000"/>
              <a:buNone/>
              <a:defRPr sz="1000">
                <a:solidFill>
                  <a:srgbClr val="FFFFFF"/>
                </a:solidFill>
              </a:defRPr>
            </a:lvl9pPr>
          </a:lstStyle>
          <a:p/>
        </p:txBody>
      </p:sp>
      <p:sp>
        <p:nvSpPr>
          <p:cNvPr id="99" name="Google Shape;99;p13"/>
          <p:cNvSpPr txBox="1"/>
          <p:nvPr>
            <p:ph idx="5" type="ctrTitle"/>
          </p:nvPr>
        </p:nvSpPr>
        <p:spPr>
          <a:xfrm>
            <a:off x="4824357" y="1908313"/>
            <a:ext cx="26292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1400"/>
              <a:buNone/>
              <a:defRPr sz="1400">
                <a:solidFill>
                  <a:srgbClr val="FFFFFF"/>
                </a:solidFill>
              </a:defRPr>
            </a:lvl1pPr>
            <a:lvl2pPr lvl="1" rtl="0" algn="ctr">
              <a:spcBef>
                <a:spcPts val="0"/>
              </a:spcBef>
              <a:spcAft>
                <a:spcPts val="0"/>
              </a:spcAft>
              <a:buClr>
                <a:srgbClr val="FFFFFF"/>
              </a:buClr>
              <a:buSzPts val="1800"/>
              <a:buNone/>
              <a:defRPr sz="1800">
                <a:solidFill>
                  <a:srgbClr val="FFFFFF"/>
                </a:solidFill>
              </a:defRPr>
            </a:lvl2pPr>
            <a:lvl3pPr lvl="2" rtl="0" algn="ctr">
              <a:spcBef>
                <a:spcPts val="0"/>
              </a:spcBef>
              <a:spcAft>
                <a:spcPts val="0"/>
              </a:spcAft>
              <a:buClr>
                <a:srgbClr val="FFFFFF"/>
              </a:buClr>
              <a:buSzPts val="1800"/>
              <a:buNone/>
              <a:defRPr sz="1800">
                <a:solidFill>
                  <a:srgbClr val="FFFFFF"/>
                </a:solidFill>
              </a:defRPr>
            </a:lvl3pPr>
            <a:lvl4pPr lvl="3" rtl="0" algn="ctr">
              <a:spcBef>
                <a:spcPts val="0"/>
              </a:spcBef>
              <a:spcAft>
                <a:spcPts val="0"/>
              </a:spcAft>
              <a:buClr>
                <a:srgbClr val="FFFFFF"/>
              </a:buClr>
              <a:buSzPts val="1800"/>
              <a:buNone/>
              <a:defRPr sz="1800">
                <a:solidFill>
                  <a:srgbClr val="FFFFFF"/>
                </a:solidFill>
              </a:defRPr>
            </a:lvl4pPr>
            <a:lvl5pPr lvl="4" rtl="0" algn="ctr">
              <a:spcBef>
                <a:spcPts val="0"/>
              </a:spcBef>
              <a:spcAft>
                <a:spcPts val="0"/>
              </a:spcAft>
              <a:buClr>
                <a:srgbClr val="FFFFFF"/>
              </a:buClr>
              <a:buSzPts val="1800"/>
              <a:buNone/>
              <a:defRPr sz="1800">
                <a:solidFill>
                  <a:srgbClr val="FFFFFF"/>
                </a:solidFill>
              </a:defRPr>
            </a:lvl5pPr>
            <a:lvl6pPr lvl="5" rtl="0" algn="ctr">
              <a:spcBef>
                <a:spcPts val="0"/>
              </a:spcBef>
              <a:spcAft>
                <a:spcPts val="0"/>
              </a:spcAft>
              <a:buClr>
                <a:srgbClr val="FFFFFF"/>
              </a:buClr>
              <a:buSzPts val="1800"/>
              <a:buNone/>
              <a:defRPr sz="1800">
                <a:solidFill>
                  <a:srgbClr val="FFFFFF"/>
                </a:solidFill>
              </a:defRPr>
            </a:lvl6pPr>
            <a:lvl7pPr lvl="6" rtl="0" algn="ctr">
              <a:spcBef>
                <a:spcPts val="0"/>
              </a:spcBef>
              <a:spcAft>
                <a:spcPts val="0"/>
              </a:spcAft>
              <a:buClr>
                <a:srgbClr val="FFFFFF"/>
              </a:buClr>
              <a:buSzPts val="1800"/>
              <a:buNone/>
              <a:defRPr sz="1800">
                <a:solidFill>
                  <a:srgbClr val="FFFFFF"/>
                </a:solidFill>
              </a:defRPr>
            </a:lvl7pPr>
            <a:lvl8pPr lvl="7" rtl="0" algn="ctr">
              <a:spcBef>
                <a:spcPts val="0"/>
              </a:spcBef>
              <a:spcAft>
                <a:spcPts val="0"/>
              </a:spcAft>
              <a:buClr>
                <a:srgbClr val="FFFFFF"/>
              </a:buClr>
              <a:buSzPts val="1800"/>
              <a:buNone/>
              <a:defRPr sz="1800">
                <a:solidFill>
                  <a:srgbClr val="FFFFFF"/>
                </a:solidFill>
              </a:defRPr>
            </a:lvl8pPr>
            <a:lvl9pPr lvl="8" rtl="0" algn="ctr">
              <a:spcBef>
                <a:spcPts val="0"/>
              </a:spcBef>
              <a:spcAft>
                <a:spcPts val="0"/>
              </a:spcAft>
              <a:buClr>
                <a:srgbClr val="FFFFFF"/>
              </a:buClr>
              <a:buSzPts val="1800"/>
              <a:buNone/>
              <a:defRPr sz="1800">
                <a:solidFill>
                  <a:srgbClr val="FFFFFF"/>
                </a:solidFill>
              </a:defRPr>
            </a:lvl9pPr>
          </a:lstStyle>
          <a:p/>
        </p:txBody>
      </p:sp>
      <p:sp>
        <p:nvSpPr>
          <p:cNvPr id="100" name="Google Shape;100;p13"/>
          <p:cNvSpPr txBox="1"/>
          <p:nvPr>
            <p:ph idx="6" type="subTitle"/>
          </p:nvPr>
        </p:nvSpPr>
        <p:spPr>
          <a:xfrm>
            <a:off x="5185707" y="2369775"/>
            <a:ext cx="1906500" cy="367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1000"/>
              <a:buNone/>
              <a:defRPr sz="1000">
                <a:solidFill>
                  <a:srgbClr val="FFFFFF"/>
                </a:solidFill>
              </a:defRPr>
            </a:lvl1pPr>
            <a:lvl2pPr lvl="1" rtl="0" algn="ctr">
              <a:lnSpc>
                <a:spcPct val="100000"/>
              </a:lnSpc>
              <a:spcBef>
                <a:spcPts val="0"/>
              </a:spcBef>
              <a:spcAft>
                <a:spcPts val="0"/>
              </a:spcAft>
              <a:buClr>
                <a:srgbClr val="FFFFFF"/>
              </a:buClr>
              <a:buSzPts val="1000"/>
              <a:buNone/>
              <a:defRPr sz="1000">
                <a:solidFill>
                  <a:srgbClr val="FFFFFF"/>
                </a:solidFill>
              </a:defRPr>
            </a:lvl2pPr>
            <a:lvl3pPr lvl="2" rtl="0" algn="ctr">
              <a:lnSpc>
                <a:spcPct val="100000"/>
              </a:lnSpc>
              <a:spcBef>
                <a:spcPts val="0"/>
              </a:spcBef>
              <a:spcAft>
                <a:spcPts val="0"/>
              </a:spcAft>
              <a:buClr>
                <a:srgbClr val="FFFFFF"/>
              </a:buClr>
              <a:buSzPts val="1000"/>
              <a:buNone/>
              <a:defRPr sz="1000">
                <a:solidFill>
                  <a:srgbClr val="FFFFFF"/>
                </a:solidFill>
              </a:defRPr>
            </a:lvl3pPr>
            <a:lvl4pPr lvl="3" rtl="0" algn="ctr">
              <a:lnSpc>
                <a:spcPct val="100000"/>
              </a:lnSpc>
              <a:spcBef>
                <a:spcPts val="0"/>
              </a:spcBef>
              <a:spcAft>
                <a:spcPts val="0"/>
              </a:spcAft>
              <a:buClr>
                <a:srgbClr val="FFFFFF"/>
              </a:buClr>
              <a:buSzPts val="1000"/>
              <a:buNone/>
              <a:defRPr sz="1000">
                <a:solidFill>
                  <a:srgbClr val="FFFFFF"/>
                </a:solidFill>
              </a:defRPr>
            </a:lvl4pPr>
            <a:lvl5pPr lvl="4" rtl="0" algn="ctr">
              <a:lnSpc>
                <a:spcPct val="100000"/>
              </a:lnSpc>
              <a:spcBef>
                <a:spcPts val="0"/>
              </a:spcBef>
              <a:spcAft>
                <a:spcPts val="0"/>
              </a:spcAft>
              <a:buClr>
                <a:srgbClr val="FFFFFF"/>
              </a:buClr>
              <a:buSzPts val="1000"/>
              <a:buNone/>
              <a:defRPr sz="1000">
                <a:solidFill>
                  <a:srgbClr val="FFFFFF"/>
                </a:solidFill>
              </a:defRPr>
            </a:lvl5pPr>
            <a:lvl6pPr lvl="5" rtl="0" algn="ctr">
              <a:lnSpc>
                <a:spcPct val="100000"/>
              </a:lnSpc>
              <a:spcBef>
                <a:spcPts val="0"/>
              </a:spcBef>
              <a:spcAft>
                <a:spcPts val="0"/>
              </a:spcAft>
              <a:buClr>
                <a:srgbClr val="FFFFFF"/>
              </a:buClr>
              <a:buSzPts val="1000"/>
              <a:buNone/>
              <a:defRPr sz="1000">
                <a:solidFill>
                  <a:srgbClr val="FFFFFF"/>
                </a:solidFill>
              </a:defRPr>
            </a:lvl6pPr>
            <a:lvl7pPr lvl="6" rtl="0" algn="ctr">
              <a:lnSpc>
                <a:spcPct val="100000"/>
              </a:lnSpc>
              <a:spcBef>
                <a:spcPts val="0"/>
              </a:spcBef>
              <a:spcAft>
                <a:spcPts val="0"/>
              </a:spcAft>
              <a:buClr>
                <a:srgbClr val="FFFFFF"/>
              </a:buClr>
              <a:buSzPts val="1000"/>
              <a:buNone/>
              <a:defRPr sz="1000">
                <a:solidFill>
                  <a:srgbClr val="FFFFFF"/>
                </a:solidFill>
              </a:defRPr>
            </a:lvl7pPr>
            <a:lvl8pPr lvl="7" rtl="0" algn="ctr">
              <a:lnSpc>
                <a:spcPct val="100000"/>
              </a:lnSpc>
              <a:spcBef>
                <a:spcPts val="0"/>
              </a:spcBef>
              <a:spcAft>
                <a:spcPts val="0"/>
              </a:spcAft>
              <a:buClr>
                <a:srgbClr val="FFFFFF"/>
              </a:buClr>
              <a:buSzPts val="1000"/>
              <a:buNone/>
              <a:defRPr sz="1000">
                <a:solidFill>
                  <a:srgbClr val="FFFFFF"/>
                </a:solidFill>
              </a:defRPr>
            </a:lvl8pPr>
            <a:lvl9pPr lvl="8" rtl="0" algn="ctr">
              <a:lnSpc>
                <a:spcPct val="100000"/>
              </a:lnSpc>
              <a:spcBef>
                <a:spcPts val="0"/>
              </a:spcBef>
              <a:spcAft>
                <a:spcPts val="0"/>
              </a:spcAft>
              <a:buClr>
                <a:srgbClr val="FFFFFF"/>
              </a:buClr>
              <a:buSzPts val="1000"/>
              <a:buNone/>
              <a:defRPr sz="1000">
                <a:solidFill>
                  <a:srgbClr val="FFFFFF"/>
                </a:solidFill>
              </a:defRPr>
            </a:lvl9pPr>
          </a:lstStyle>
          <a:p/>
        </p:txBody>
      </p:sp>
      <p:sp>
        <p:nvSpPr>
          <p:cNvPr id="101" name="Google Shape;101;p13"/>
          <p:cNvSpPr txBox="1"/>
          <p:nvPr>
            <p:ph idx="7" type="ctrTitle"/>
          </p:nvPr>
        </p:nvSpPr>
        <p:spPr>
          <a:xfrm>
            <a:off x="4824357" y="3410263"/>
            <a:ext cx="26292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1400"/>
              <a:buNone/>
              <a:defRPr sz="1400">
                <a:solidFill>
                  <a:srgbClr val="FFFFFF"/>
                </a:solidFill>
              </a:defRPr>
            </a:lvl1pPr>
            <a:lvl2pPr lvl="1" rtl="0" algn="ctr">
              <a:spcBef>
                <a:spcPts val="0"/>
              </a:spcBef>
              <a:spcAft>
                <a:spcPts val="0"/>
              </a:spcAft>
              <a:buClr>
                <a:srgbClr val="FFFFFF"/>
              </a:buClr>
              <a:buSzPts val="1800"/>
              <a:buNone/>
              <a:defRPr sz="1800">
                <a:solidFill>
                  <a:srgbClr val="FFFFFF"/>
                </a:solidFill>
              </a:defRPr>
            </a:lvl2pPr>
            <a:lvl3pPr lvl="2" rtl="0" algn="ctr">
              <a:spcBef>
                <a:spcPts val="0"/>
              </a:spcBef>
              <a:spcAft>
                <a:spcPts val="0"/>
              </a:spcAft>
              <a:buClr>
                <a:srgbClr val="FFFFFF"/>
              </a:buClr>
              <a:buSzPts val="1800"/>
              <a:buNone/>
              <a:defRPr sz="1800">
                <a:solidFill>
                  <a:srgbClr val="FFFFFF"/>
                </a:solidFill>
              </a:defRPr>
            </a:lvl3pPr>
            <a:lvl4pPr lvl="3" rtl="0" algn="ctr">
              <a:spcBef>
                <a:spcPts val="0"/>
              </a:spcBef>
              <a:spcAft>
                <a:spcPts val="0"/>
              </a:spcAft>
              <a:buClr>
                <a:srgbClr val="FFFFFF"/>
              </a:buClr>
              <a:buSzPts val="1800"/>
              <a:buNone/>
              <a:defRPr sz="1800">
                <a:solidFill>
                  <a:srgbClr val="FFFFFF"/>
                </a:solidFill>
              </a:defRPr>
            </a:lvl4pPr>
            <a:lvl5pPr lvl="4" rtl="0" algn="ctr">
              <a:spcBef>
                <a:spcPts val="0"/>
              </a:spcBef>
              <a:spcAft>
                <a:spcPts val="0"/>
              </a:spcAft>
              <a:buClr>
                <a:srgbClr val="FFFFFF"/>
              </a:buClr>
              <a:buSzPts val="1800"/>
              <a:buNone/>
              <a:defRPr sz="1800">
                <a:solidFill>
                  <a:srgbClr val="FFFFFF"/>
                </a:solidFill>
              </a:defRPr>
            </a:lvl5pPr>
            <a:lvl6pPr lvl="5" rtl="0" algn="ctr">
              <a:spcBef>
                <a:spcPts val="0"/>
              </a:spcBef>
              <a:spcAft>
                <a:spcPts val="0"/>
              </a:spcAft>
              <a:buClr>
                <a:srgbClr val="FFFFFF"/>
              </a:buClr>
              <a:buSzPts val="1800"/>
              <a:buNone/>
              <a:defRPr sz="1800">
                <a:solidFill>
                  <a:srgbClr val="FFFFFF"/>
                </a:solidFill>
              </a:defRPr>
            </a:lvl6pPr>
            <a:lvl7pPr lvl="6" rtl="0" algn="ctr">
              <a:spcBef>
                <a:spcPts val="0"/>
              </a:spcBef>
              <a:spcAft>
                <a:spcPts val="0"/>
              </a:spcAft>
              <a:buClr>
                <a:srgbClr val="FFFFFF"/>
              </a:buClr>
              <a:buSzPts val="1800"/>
              <a:buNone/>
              <a:defRPr sz="1800">
                <a:solidFill>
                  <a:srgbClr val="FFFFFF"/>
                </a:solidFill>
              </a:defRPr>
            </a:lvl7pPr>
            <a:lvl8pPr lvl="7" rtl="0" algn="ctr">
              <a:spcBef>
                <a:spcPts val="0"/>
              </a:spcBef>
              <a:spcAft>
                <a:spcPts val="0"/>
              </a:spcAft>
              <a:buClr>
                <a:srgbClr val="FFFFFF"/>
              </a:buClr>
              <a:buSzPts val="1800"/>
              <a:buNone/>
              <a:defRPr sz="1800">
                <a:solidFill>
                  <a:srgbClr val="FFFFFF"/>
                </a:solidFill>
              </a:defRPr>
            </a:lvl8pPr>
            <a:lvl9pPr lvl="8" rtl="0" algn="ctr">
              <a:spcBef>
                <a:spcPts val="0"/>
              </a:spcBef>
              <a:spcAft>
                <a:spcPts val="0"/>
              </a:spcAft>
              <a:buClr>
                <a:srgbClr val="FFFFFF"/>
              </a:buClr>
              <a:buSzPts val="1800"/>
              <a:buNone/>
              <a:defRPr sz="1800">
                <a:solidFill>
                  <a:srgbClr val="FFFFFF"/>
                </a:solidFill>
              </a:defRPr>
            </a:lvl9pPr>
          </a:lstStyle>
          <a:p/>
        </p:txBody>
      </p:sp>
      <p:sp>
        <p:nvSpPr>
          <p:cNvPr id="102" name="Google Shape;102;p13"/>
          <p:cNvSpPr txBox="1"/>
          <p:nvPr>
            <p:ph idx="8" type="subTitle"/>
          </p:nvPr>
        </p:nvSpPr>
        <p:spPr>
          <a:xfrm>
            <a:off x="5185707" y="3871725"/>
            <a:ext cx="1906500" cy="367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1000"/>
              <a:buNone/>
              <a:defRPr sz="1000">
                <a:solidFill>
                  <a:srgbClr val="FFFFFF"/>
                </a:solidFill>
              </a:defRPr>
            </a:lvl1pPr>
            <a:lvl2pPr lvl="1" rtl="0" algn="ctr">
              <a:lnSpc>
                <a:spcPct val="100000"/>
              </a:lnSpc>
              <a:spcBef>
                <a:spcPts val="0"/>
              </a:spcBef>
              <a:spcAft>
                <a:spcPts val="0"/>
              </a:spcAft>
              <a:buClr>
                <a:srgbClr val="FFFFFF"/>
              </a:buClr>
              <a:buSzPts val="1000"/>
              <a:buNone/>
              <a:defRPr sz="1000">
                <a:solidFill>
                  <a:srgbClr val="FFFFFF"/>
                </a:solidFill>
              </a:defRPr>
            </a:lvl2pPr>
            <a:lvl3pPr lvl="2" rtl="0" algn="ctr">
              <a:lnSpc>
                <a:spcPct val="100000"/>
              </a:lnSpc>
              <a:spcBef>
                <a:spcPts val="0"/>
              </a:spcBef>
              <a:spcAft>
                <a:spcPts val="0"/>
              </a:spcAft>
              <a:buClr>
                <a:srgbClr val="FFFFFF"/>
              </a:buClr>
              <a:buSzPts val="1000"/>
              <a:buNone/>
              <a:defRPr sz="1000">
                <a:solidFill>
                  <a:srgbClr val="FFFFFF"/>
                </a:solidFill>
              </a:defRPr>
            </a:lvl3pPr>
            <a:lvl4pPr lvl="3" rtl="0" algn="ctr">
              <a:lnSpc>
                <a:spcPct val="100000"/>
              </a:lnSpc>
              <a:spcBef>
                <a:spcPts val="0"/>
              </a:spcBef>
              <a:spcAft>
                <a:spcPts val="0"/>
              </a:spcAft>
              <a:buClr>
                <a:srgbClr val="FFFFFF"/>
              </a:buClr>
              <a:buSzPts val="1000"/>
              <a:buNone/>
              <a:defRPr sz="1000">
                <a:solidFill>
                  <a:srgbClr val="FFFFFF"/>
                </a:solidFill>
              </a:defRPr>
            </a:lvl4pPr>
            <a:lvl5pPr lvl="4" rtl="0" algn="ctr">
              <a:lnSpc>
                <a:spcPct val="100000"/>
              </a:lnSpc>
              <a:spcBef>
                <a:spcPts val="0"/>
              </a:spcBef>
              <a:spcAft>
                <a:spcPts val="0"/>
              </a:spcAft>
              <a:buClr>
                <a:srgbClr val="FFFFFF"/>
              </a:buClr>
              <a:buSzPts val="1000"/>
              <a:buNone/>
              <a:defRPr sz="1000">
                <a:solidFill>
                  <a:srgbClr val="FFFFFF"/>
                </a:solidFill>
              </a:defRPr>
            </a:lvl5pPr>
            <a:lvl6pPr lvl="5" rtl="0" algn="ctr">
              <a:lnSpc>
                <a:spcPct val="100000"/>
              </a:lnSpc>
              <a:spcBef>
                <a:spcPts val="0"/>
              </a:spcBef>
              <a:spcAft>
                <a:spcPts val="0"/>
              </a:spcAft>
              <a:buClr>
                <a:srgbClr val="FFFFFF"/>
              </a:buClr>
              <a:buSzPts val="1000"/>
              <a:buNone/>
              <a:defRPr sz="1000">
                <a:solidFill>
                  <a:srgbClr val="FFFFFF"/>
                </a:solidFill>
              </a:defRPr>
            </a:lvl6pPr>
            <a:lvl7pPr lvl="6" rtl="0" algn="ctr">
              <a:lnSpc>
                <a:spcPct val="100000"/>
              </a:lnSpc>
              <a:spcBef>
                <a:spcPts val="0"/>
              </a:spcBef>
              <a:spcAft>
                <a:spcPts val="0"/>
              </a:spcAft>
              <a:buClr>
                <a:srgbClr val="FFFFFF"/>
              </a:buClr>
              <a:buSzPts val="1000"/>
              <a:buNone/>
              <a:defRPr sz="1000">
                <a:solidFill>
                  <a:srgbClr val="FFFFFF"/>
                </a:solidFill>
              </a:defRPr>
            </a:lvl7pPr>
            <a:lvl8pPr lvl="7" rtl="0" algn="ctr">
              <a:lnSpc>
                <a:spcPct val="100000"/>
              </a:lnSpc>
              <a:spcBef>
                <a:spcPts val="0"/>
              </a:spcBef>
              <a:spcAft>
                <a:spcPts val="0"/>
              </a:spcAft>
              <a:buClr>
                <a:srgbClr val="FFFFFF"/>
              </a:buClr>
              <a:buSzPts val="1000"/>
              <a:buNone/>
              <a:defRPr sz="1000">
                <a:solidFill>
                  <a:srgbClr val="FFFFFF"/>
                </a:solidFill>
              </a:defRPr>
            </a:lvl8pPr>
            <a:lvl9pPr lvl="8" rtl="0" algn="ctr">
              <a:lnSpc>
                <a:spcPct val="100000"/>
              </a:lnSpc>
              <a:spcBef>
                <a:spcPts val="0"/>
              </a:spcBef>
              <a:spcAft>
                <a:spcPts val="0"/>
              </a:spcAft>
              <a:buClr>
                <a:srgbClr val="FFFFFF"/>
              </a:buClr>
              <a:buSzPts val="1000"/>
              <a:buNone/>
              <a:defRPr sz="1000">
                <a:solidFill>
                  <a:srgbClr val="FFFFFF"/>
                </a:solidFill>
              </a:defRPr>
            </a:lvl9pPr>
          </a:lstStyle>
          <a:p/>
        </p:txBody>
      </p:sp>
      <p:cxnSp>
        <p:nvCxnSpPr>
          <p:cNvPr id="103" name="Google Shape;103;p13"/>
          <p:cNvCxnSpPr/>
          <p:nvPr/>
        </p:nvCxnSpPr>
        <p:spPr>
          <a:xfrm>
            <a:off x="2273400" y="2110663"/>
            <a:ext cx="4597200" cy="0"/>
          </a:xfrm>
          <a:prstGeom prst="straightConnector1">
            <a:avLst/>
          </a:prstGeom>
          <a:noFill/>
          <a:ln cap="flat" cmpd="sng" w="19050">
            <a:solidFill>
              <a:srgbClr val="FFFFFF"/>
            </a:solidFill>
            <a:prstDash val="solid"/>
            <a:round/>
            <a:headEnd len="med" w="med" type="none"/>
            <a:tailEnd len="med" w="med" type="none"/>
          </a:ln>
        </p:spPr>
      </p:cxnSp>
      <p:cxnSp>
        <p:nvCxnSpPr>
          <p:cNvPr id="104" name="Google Shape;104;p13"/>
          <p:cNvCxnSpPr/>
          <p:nvPr/>
        </p:nvCxnSpPr>
        <p:spPr>
          <a:xfrm>
            <a:off x="2273400" y="3627438"/>
            <a:ext cx="4597200" cy="0"/>
          </a:xfrm>
          <a:prstGeom prst="straightConnector1">
            <a:avLst/>
          </a:prstGeom>
          <a:noFill/>
          <a:ln cap="flat" cmpd="sng" w="19050">
            <a:solidFill>
              <a:srgbClr val="FFFFFF"/>
            </a:solidFill>
            <a:prstDash val="solid"/>
            <a:round/>
            <a:headEnd len="med" w="med" type="none"/>
            <a:tailEnd len="med" w="med" type="none"/>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8">
    <p:spTree>
      <p:nvGrpSpPr>
        <p:cNvPr id="105" name="Shape 105"/>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p:cSld name="CUSTOM_9">
    <p:bg>
      <p:bgPr>
        <a:noFill/>
      </p:bgPr>
    </p:bg>
    <p:spTree>
      <p:nvGrpSpPr>
        <p:cNvPr id="106" name="Shape 10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6" Type="http://schemas.openxmlformats.org/officeDocument/2006/relationships/theme" Target="../theme/theme1.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gradFill>
          <a:gsLst>
            <a:gs pos="0">
              <a:srgbClr val="88D3CE"/>
            </a:gs>
            <a:gs pos="100000">
              <a:srgbClr val="423864"/>
            </a:gs>
          </a:gsLst>
          <a:lin ang="5400700" scaled="0"/>
        </a:gra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rgbClr val="FFFFFF"/>
              </a:buClr>
              <a:buSzPts val="2800"/>
              <a:buFont typeface="Squada One"/>
              <a:buNone/>
              <a:defRPr sz="2800">
                <a:solidFill>
                  <a:srgbClr val="FFFFFF"/>
                </a:solidFill>
                <a:latin typeface="Squada One"/>
                <a:ea typeface="Squada One"/>
                <a:cs typeface="Squada One"/>
                <a:sym typeface="Squada One"/>
              </a:defRPr>
            </a:lvl1pPr>
            <a:lvl2pPr lvl="1">
              <a:spcBef>
                <a:spcPts val="0"/>
              </a:spcBef>
              <a:spcAft>
                <a:spcPts val="0"/>
              </a:spcAft>
              <a:buClr>
                <a:srgbClr val="FFFFFF"/>
              </a:buClr>
              <a:buSzPts val="2800"/>
              <a:buFont typeface="Righteous"/>
              <a:buNone/>
              <a:defRPr sz="2800">
                <a:solidFill>
                  <a:srgbClr val="FFFFFF"/>
                </a:solidFill>
                <a:latin typeface="Righteous"/>
                <a:ea typeface="Righteous"/>
                <a:cs typeface="Righteous"/>
                <a:sym typeface="Righteous"/>
              </a:defRPr>
            </a:lvl2pPr>
            <a:lvl3pPr lvl="2">
              <a:spcBef>
                <a:spcPts val="0"/>
              </a:spcBef>
              <a:spcAft>
                <a:spcPts val="0"/>
              </a:spcAft>
              <a:buClr>
                <a:srgbClr val="FFFFFF"/>
              </a:buClr>
              <a:buSzPts val="2800"/>
              <a:buFont typeface="Righteous"/>
              <a:buNone/>
              <a:defRPr sz="2800">
                <a:solidFill>
                  <a:srgbClr val="FFFFFF"/>
                </a:solidFill>
                <a:latin typeface="Righteous"/>
                <a:ea typeface="Righteous"/>
                <a:cs typeface="Righteous"/>
                <a:sym typeface="Righteous"/>
              </a:defRPr>
            </a:lvl3pPr>
            <a:lvl4pPr lvl="3">
              <a:spcBef>
                <a:spcPts val="0"/>
              </a:spcBef>
              <a:spcAft>
                <a:spcPts val="0"/>
              </a:spcAft>
              <a:buClr>
                <a:srgbClr val="FFFFFF"/>
              </a:buClr>
              <a:buSzPts val="2800"/>
              <a:buFont typeface="Righteous"/>
              <a:buNone/>
              <a:defRPr sz="2800">
                <a:solidFill>
                  <a:srgbClr val="FFFFFF"/>
                </a:solidFill>
                <a:latin typeface="Righteous"/>
                <a:ea typeface="Righteous"/>
                <a:cs typeface="Righteous"/>
                <a:sym typeface="Righteous"/>
              </a:defRPr>
            </a:lvl4pPr>
            <a:lvl5pPr lvl="4">
              <a:spcBef>
                <a:spcPts val="0"/>
              </a:spcBef>
              <a:spcAft>
                <a:spcPts val="0"/>
              </a:spcAft>
              <a:buClr>
                <a:srgbClr val="FFFFFF"/>
              </a:buClr>
              <a:buSzPts val="2800"/>
              <a:buFont typeface="Righteous"/>
              <a:buNone/>
              <a:defRPr sz="2800">
                <a:solidFill>
                  <a:srgbClr val="FFFFFF"/>
                </a:solidFill>
                <a:latin typeface="Righteous"/>
                <a:ea typeface="Righteous"/>
                <a:cs typeface="Righteous"/>
                <a:sym typeface="Righteous"/>
              </a:defRPr>
            </a:lvl5pPr>
            <a:lvl6pPr lvl="5">
              <a:spcBef>
                <a:spcPts val="0"/>
              </a:spcBef>
              <a:spcAft>
                <a:spcPts val="0"/>
              </a:spcAft>
              <a:buClr>
                <a:srgbClr val="FFFFFF"/>
              </a:buClr>
              <a:buSzPts val="2800"/>
              <a:buFont typeface="Righteous"/>
              <a:buNone/>
              <a:defRPr sz="2800">
                <a:solidFill>
                  <a:srgbClr val="FFFFFF"/>
                </a:solidFill>
                <a:latin typeface="Righteous"/>
                <a:ea typeface="Righteous"/>
                <a:cs typeface="Righteous"/>
                <a:sym typeface="Righteous"/>
              </a:defRPr>
            </a:lvl6pPr>
            <a:lvl7pPr lvl="6">
              <a:spcBef>
                <a:spcPts val="0"/>
              </a:spcBef>
              <a:spcAft>
                <a:spcPts val="0"/>
              </a:spcAft>
              <a:buClr>
                <a:srgbClr val="FFFFFF"/>
              </a:buClr>
              <a:buSzPts val="2800"/>
              <a:buFont typeface="Righteous"/>
              <a:buNone/>
              <a:defRPr sz="2800">
                <a:solidFill>
                  <a:srgbClr val="FFFFFF"/>
                </a:solidFill>
                <a:latin typeface="Righteous"/>
                <a:ea typeface="Righteous"/>
                <a:cs typeface="Righteous"/>
                <a:sym typeface="Righteous"/>
              </a:defRPr>
            </a:lvl7pPr>
            <a:lvl8pPr lvl="7">
              <a:spcBef>
                <a:spcPts val="0"/>
              </a:spcBef>
              <a:spcAft>
                <a:spcPts val="0"/>
              </a:spcAft>
              <a:buClr>
                <a:srgbClr val="FFFFFF"/>
              </a:buClr>
              <a:buSzPts val="2800"/>
              <a:buFont typeface="Righteous"/>
              <a:buNone/>
              <a:defRPr sz="2800">
                <a:solidFill>
                  <a:srgbClr val="FFFFFF"/>
                </a:solidFill>
                <a:latin typeface="Righteous"/>
                <a:ea typeface="Righteous"/>
                <a:cs typeface="Righteous"/>
                <a:sym typeface="Righteous"/>
              </a:defRPr>
            </a:lvl8pPr>
            <a:lvl9pPr lvl="8">
              <a:spcBef>
                <a:spcPts val="0"/>
              </a:spcBef>
              <a:spcAft>
                <a:spcPts val="0"/>
              </a:spcAft>
              <a:buClr>
                <a:srgbClr val="FFFFFF"/>
              </a:buClr>
              <a:buSzPts val="2800"/>
              <a:buFont typeface="Righteous"/>
              <a:buNone/>
              <a:defRPr sz="2800">
                <a:solidFill>
                  <a:srgbClr val="FFFFFF"/>
                </a:solidFill>
                <a:latin typeface="Righteous"/>
                <a:ea typeface="Righteous"/>
                <a:cs typeface="Righteous"/>
                <a:sym typeface="Righteous"/>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rgbClr val="FFFFFF"/>
              </a:buClr>
              <a:buSzPts val="1800"/>
              <a:buFont typeface="Roboto Condensed Light"/>
              <a:buChar char="●"/>
              <a:defRPr sz="1800">
                <a:solidFill>
                  <a:srgbClr val="FFFFFF"/>
                </a:solidFill>
                <a:latin typeface="Roboto Condensed Light"/>
                <a:ea typeface="Roboto Condensed Light"/>
                <a:cs typeface="Roboto Condensed Light"/>
                <a:sym typeface="Roboto Condensed Light"/>
              </a:defRPr>
            </a:lvl1pPr>
            <a:lvl2pPr indent="-317500" lvl="1" marL="914400">
              <a:lnSpc>
                <a:spcPct val="115000"/>
              </a:lnSpc>
              <a:spcBef>
                <a:spcPts val="1600"/>
              </a:spcBef>
              <a:spcAft>
                <a:spcPts val="0"/>
              </a:spcAft>
              <a:buClr>
                <a:srgbClr val="FFFFFF"/>
              </a:buClr>
              <a:buSzPts val="1400"/>
              <a:buFont typeface="Roboto Condensed Light"/>
              <a:buChar char="○"/>
              <a:defRPr>
                <a:solidFill>
                  <a:srgbClr val="FFFFFF"/>
                </a:solidFill>
                <a:latin typeface="Roboto Condensed Light"/>
                <a:ea typeface="Roboto Condensed Light"/>
                <a:cs typeface="Roboto Condensed Light"/>
                <a:sym typeface="Roboto Condensed Light"/>
              </a:defRPr>
            </a:lvl2pPr>
            <a:lvl3pPr indent="-317500" lvl="2" marL="1371600">
              <a:lnSpc>
                <a:spcPct val="115000"/>
              </a:lnSpc>
              <a:spcBef>
                <a:spcPts val="1600"/>
              </a:spcBef>
              <a:spcAft>
                <a:spcPts val="0"/>
              </a:spcAft>
              <a:buClr>
                <a:srgbClr val="FFFFFF"/>
              </a:buClr>
              <a:buSzPts val="1400"/>
              <a:buFont typeface="Roboto Condensed Light"/>
              <a:buChar char="■"/>
              <a:defRPr>
                <a:solidFill>
                  <a:srgbClr val="FFFFFF"/>
                </a:solidFill>
                <a:latin typeface="Roboto Condensed Light"/>
                <a:ea typeface="Roboto Condensed Light"/>
                <a:cs typeface="Roboto Condensed Light"/>
                <a:sym typeface="Roboto Condensed Light"/>
              </a:defRPr>
            </a:lvl3pPr>
            <a:lvl4pPr indent="-317500" lvl="3" marL="1828800">
              <a:lnSpc>
                <a:spcPct val="115000"/>
              </a:lnSpc>
              <a:spcBef>
                <a:spcPts val="1600"/>
              </a:spcBef>
              <a:spcAft>
                <a:spcPts val="0"/>
              </a:spcAft>
              <a:buClr>
                <a:srgbClr val="FFFFFF"/>
              </a:buClr>
              <a:buSzPts val="1400"/>
              <a:buFont typeface="Roboto Condensed Light"/>
              <a:buChar char="●"/>
              <a:defRPr>
                <a:solidFill>
                  <a:srgbClr val="FFFFFF"/>
                </a:solidFill>
                <a:latin typeface="Roboto Condensed Light"/>
                <a:ea typeface="Roboto Condensed Light"/>
                <a:cs typeface="Roboto Condensed Light"/>
                <a:sym typeface="Roboto Condensed Light"/>
              </a:defRPr>
            </a:lvl4pPr>
            <a:lvl5pPr indent="-317500" lvl="4" marL="2286000">
              <a:lnSpc>
                <a:spcPct val="115000"/>
              </a:lnSpc>
              <a:spcBef>
                <a:spcPts val="1600"/>
              </a:spcBef>
              <a:spcAft>
                <a:spcPts val="0"/>
              </a:spcAft>
              <a:buClr>
                <a:srgbClr val="FFFFFF"/>
              </a:buClr>
              <a:buSzPts val="1400"/>
              <a:buFont typeface="Roboto Condensed Light"/>
              <a:buChar char="○"/>
              <a:defRPr>
                <a:solidFill>
                  <a:srgbClr val="FFFFFF"/>
                </a:solidFill>
                <a:latin typeface="Roboto Condensed Light"/>
                <a:ea typeface="Roboto Condensed Light"/>
                <a:cs typeface="Roboto Condensed Light"/>
                <a:sym typeface="Roboto Condensed Light"/>
              </a:defRPr>
            </a:lvl5pPr>
            <a:lvl6pPr indent="-317500" lvl="5" marL="2743200">
              <a:lnSpc>
                <a:spcPct val="115000"/>
              </a:lnSpc>
              <a:spcBef>
                <a:spcPts val="1600"/>
              </a:spcBef>
              <a:spcAft>
                <a:spcPts val="0"/>
              </a:spcAft>
              <a:buClr>
                <a:srgbClr val="FFFFFF"/>
              </a:buClr>
              <a:buSzPts val="1400"/>
              <a:buFont typeface="Roboto Condensed Light"/>
              <a:buChar char="■"/>
              <a:defRPr>
                <a:solidFill>
                  <a:srgbClr val="FFFFFF"/>
                </a:solidFill>
                <a:latin typeface="Roboto Condensed Light"/>
                <a:ea typeface="Roboto Condensed Light"/>
                <a:cs typeface="Roboto Condensed Light"/>
                <a:sym typeface="Roboto Condensed Light"/>
              </a:defRPr>
            </a:lvl6pPr>
            <a:lvl7pPr indent="-317500" lvl="6" marL="3200400">
              <a:lnSpc>
                <a:spcPct val="115000"/>
              </a:lnSpc>
              <a:spcBef>
                <a:spcPts val="1600"/>
              </a:spcBef>
              <a:spcAft>
                <a:spcPts val="0"/>
              </a:spcAft>
              <a:buClr>
                <a:srgbClr val="FFFFFF"/>
              </a:buClr>
              <a:buSzPts val="1400"/>
              <a:buFont typeface="Roboto Condensed Light"/>
              <a:buChar char="●"/>
              <a:defRPr>
                <a:solidFill>
                  <a:srgbClr val="FFFFFF"/>
                </a:solidFill>
                <a:latin typeface="Roboto Condensed Light"/>
                <a:ea typeface="Roboto Condensed Light"/>
                <a:cs typeface="Roboto Condensed Light"/>
                <a:sym typeface="Roboto Condensed Light"/>
              </a:defRPr>
            </a:lvl7pPr>
            <a:lvl8pPr indent="-317500" lvl="7" marL="3657600">
              <a:lnSpc>
                <a:spcPct val="115000"/>
              </a:lnSpc>
              <a:spcBef>
                <a:spcPts val="1600"/>
              </a:spcBef>
              <a:spcAft>
                <a:spcPts val="0"/>
              </a:spcAft>
              <a:buClr>
                <a:srgbClr val="FFFFFF"/>
              </a:buClr>
              <a:buSzPts val="1400"/>
              <a:buFont typeface="Roboto Condensed Light"/>
              <a:buChar char="○"/>
              <a:defRPr>
                <a:solidFill>
                  <a:srgbClr val="FFFFFF"/>
                </a:solidFill>
                <a:latin typeface="Roboto Condensed Light"/>
                <a:ea typeface="Roboto Condensed Light"/>
                <a:cs typeface="Roboto Condensed Light"/>
                <a:sym typeface="Roboto Condensed Light"/>
              </a:defRPr>
            </a:lvl8pPr>
            <a:lvl9pPr indent="-317500" lvl="8" marL="4114800">
              <a:lnSpc>
                <a:spcPct val="115000"/>
              </a:lnSpc>
              <a:spcBef>
                <a:spcPts val="1600"/>
              </a:spcBef>
              <a:spcAft>
                <a:spcPts val="1600"/>
              </a:spcAft>
              <a:buClr>
                <a:srgbClr val="FFFFFF"/>
              </a:buClr>
              <a:buSzPts val="1400"/>
              <a:buFont typeface="Roboto Condensed Light"/>
              <a:buChar char="■"/>
              <a:defRPr>
                <a:solidFill>
                  <a:srgbClr val="FFFFFF"/>
                </a:solidFill>
                <a:latin typeface="Roboto Condensed Light"/>
                <a:ea typeface="Roboto Condensed Light"/>
                <a:cs typeface="Roboto Condensed Light"/>
                <a:sym typeface="Roboto Condensed Light"/>
              </a:defRPr>
            </a:lvl9pPr>
          </a:lstStyle>
          <a:p/>
        </p:txBody>
      </p:sp>
      <p:pic>
        <p:nvPicPr>
          <p:cNvPr id="8" name="Google Shape;8;p1"/>
          <p:cNvPicPr preferRelativeResize="0"/>
          <p:nvPr/>
        </p:nvPicPr>
        <p:blipFill>
          <a:blip r:embed="rId1">
            <a:alphaModFix/>
          </a:blip>
          <a:stretch>
            <a:fillRect/>
          </a:stretch>
        </p:blipFill>
        <p:spPr>
          <a:xfrm>
            <a:off x="623438" y="0"/>
            <a:ext cx="7897132" cy="514350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Relationship Id="rId3" Type="http://schemas.openxmlformats.org/officeDocument/2006/relationships/hyperlink" Target="https://www.kaggle.com/datasets/joebeachcapital/fortnite-statistics"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hyperlink" Target="https://drive.google.com/file/d/1PLzXsc8UxTvyU2GbAZJ6k12O1iMbQ9GZ/view?usp=share_link" TargetMode="External"/><Relationship Id="rId4" Type="http://schemas.openxmlformats.org/officeDocument/2006/relationships/hyperlink" Target="https://drive.google.com/file/d/1-XLiTNv-0q0ckp4-CNOGzzTtBdz30rIX/view?usp=share_link"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88D3CE"/>
            </a:gs>
            <a:gs pos="100000">
              <a:srgbClr val="423864"/>
            </a:gs>
          </a:gsLst>
          <a:lin ang="5400012" scaled="0"/>
        </a:gradFill>
      </p:bgPr>
    </p:bg>
    <p:spTree>
      <p:nvGrpSpPr>
        <p:cNvPr id="110" name="Shape 110"/>
        <p:cNvGrpSpPr/>
        <p:nvPr/>
      </p:nvGrpSpPr>
      <p:grpSpPr>
        <a:xfrm>
          <a:off x="0" y="0"/>
          <a:ext cx="0" cy="0"/>
          <a:chOff x="0" y="0"/>
          <a:chExt cx="0" cy="0"/>
        </a:xfrm>
      </p:grpSpPr>
      <p:sp>
        <p:nvSpPr>
          <p:cNvPr id="111" name="Google Shape;111;p16"/>
          <p:cNvSpPr txBox="1"/>
          <p:nvPr>
            <p:ph type="ctrTitle"/>
          </p:nvPr>
        </p:nvSpPr>
        <p:spPr>
          <a:xfrm flipH="1">
            <a:off x="1375550" y="3092475"/>
            <a:ext cx="6393000" cy="670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s"/>
              <a:t>Does Mental State Impact Performance in Fortnite?</a:t>
            </a:r>
            <a:endParaRPr/>
          </a:p>
        </p:txBody>
      </p:sp>
      <p:sp>
        <p:nvSpPr>
          <p:cNvPr id="112" name="Google Shape;112;p16"/>
          <p:cNvSpPr txBox="1"/>
          <p:nvPr>
            <p:ph idx="1" type="subTitle"/>
          </p:nvPr>
        </p:nvSpPr>
        <p:spPr>
          <a:xfrm flipH="1">
            <a:off x="2750257" y="3636375"/>
            <a:ext cx="3643500" cy="670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
              <a:t>By: Saahir Tandon</a:t>
            </a:r>
            <a:endParaRPr/>
          </a:p>
          <a:p>
            <a:pPr indent="0" lvl="0" marL="0" rtl="0" algn="ctr">
              <a:spcBef>
                <a:spcPts val="0"/>
              </a:spcBef>
              <a:spcAft>
                <a:spcPts val="0"/>
              </a:spcAft>
              <a:buNone/>
            </a:pPr>
            <a:r>
              <a:rPr lang="es"/>
              <a:t>Completed: December 3, 2023</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7"/>
          <p:cNvSpPr txBox="1"/>
          <p:nvPr>
            <p:ph idx="1" type="subTitle"/>
          </p:nvPr>
        </p:nvSpPr>
        <p:spPr>
          <a:xfrm>
            <a:off x="4837600" y="1576975"/>
            <a:ext cx="2747100" cy="198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s"/>
              <a:t>Abstract just need about 6 sentences</a:t>
            </a:r>
            <a:endParaRPr/>
          </a:p>
        </p:txBody>
      </p:sp>
      <p:sp>
        <p:nvSpPr>
          <p:cNvPr id="118" name="Google Shape;118;p17"/>
          <p:cNvSpPr txBox="1"/>
          <p:nvPr>
            <p:ph type="ctrTitle"/>
          </p:nvPr>
        </p:nvSpPr>
        <p:spPr>
          <a:xfrm flipH="1">
            <a:off x="355600" y="2236500"/>
            <a:ext cx="3956100" cy="6705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s"/>
              <a:t>What did I do in a nutshell?</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8"/>
          <p:cNvSpPr txBox="1"/>
          <p:nvPr>
            <p:ph type="ctrTitle"/>
          </p:nvPr>
        </p:nvSpPr>
        <p:spPr>
          <a:xfrm flipH="1">
            <a:off x="-100" y="507400"/>
            <a:ext cx="9144000" cy="463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2400"/>
              <a:t>In a nutshell, I split the Fortnite Statistics dataset into training (80%) and testing (20%) sets using the rsample package. Then I performed Naive Bayes classification on the training set, made </a:t>
            </a:r>
            <a:r>
              <a:rPr lang="es" sz="2400"/>
              <a:t>predictions</a:t>
            </a:r>
            <a:r>
              <a:rPr lang="es" sz="2400"/>
              <a:t> about the test set, and generated a confusion matrix. Next, I built a classification tree, visualized it, made </a:t>
            </a:r>
            <a:r>
              <a:rPr lang="es" sz="2400"/>
              <a:t>predictions</a:t>
            </a:r>
            <a:r>
              <a:rPr lang="es" sz="2400"/>
              <a:t> on the test set, and created another </a:t>
            </a:r>
            <a:r>
              <a:rPr lang="es" sz="2400"/>
              <a:t>confusion</a:t>
            </a:r>
            <a:r>
              <a:rPr lang="es" sz="2400"/>
              <a:t> matrix. After, I compared the accuracy of the Naive Bayes and rpart models using confusion </a:t>
            </a:r>
            <a:r>
              <a:rPr lang="es" sz="2400"/>
              <a:t>matrices.</a:t>
            </a:r>
            <a:endParaRPr sz="24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9"/>
          <p:cNvSpPr txBox="1"/>
          <p:nvPr>
            <p:ph idx="1" type="subTitle"/>
          </p:nvPr>
        </p:nvSpPr>
        <p:spPr>
          <a:xfrm>
            <a:off x="4837600" y="1576975"/>
            <a:ext cx="2747100" cy="198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s"/>
              <a:t>Introduction</a:t>
            </a:r>
            <a:endParaRPr/>
          </a:p>
        </p:txBody>
      </p:sp>
      <p:sp>
        <p:nvSpPr>
          <p:cNvPr id="129" name="Google Shape;129;p19"/>
          <p:cNvSpPr txBox="1"/>
          <p:nvPr>
            <p:ph type="ctrTitle"/>
          </p:nvPr>
        </p:nvSpPr>
        <p:spPr>
          <a:xfrm flipH="1">
            <a:off x="355600" y="2236500"/>
            <a:ext cx="3956100" cy="6705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s"/>
              <a:t>What is the problem?</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0"/>
          <p:cNvSpPr txBox="1"/>
          <p:nvPr>
            <p:ph type="ctrTitle"/>
          </p:nvPr>
        </p:nvSpPr>
        <p:spPr>
          <a:xfrm flipH="1">
            <a:off x="-100" y="507400"/>
            <a:ext cx="9144000" cy="463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2400"/>
              <a:t>Fortnite Battle Royale is a online survival game </a:t>
            </a:r>
            <a:r>
              <a:rPr lang="es" sz="2400"/>
              <a:t>where</a:t>
            </a:r>
            <a:r>
              <a:rPr lang="es" sz="2400"/>
              <a:t> 100 real players fight against each other to be the last one standing. The game requires an immense amount of skill, concentration, and in-game knowledge. Due to this, it is commonly said to not play if you are not having a bad day cause you state of mind can cause poor performance in game. In this project we will test if Mental State actually does have an impact on your performance in game.</a:t>
            </a:r>
            <a:endParaRPr sz="24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1"/>
          <p:cNvSpPr txBox="1"/>
          <p:nvPr>
            <p:ph idx="1" type="subTitle"/>
          </p:nvPr>
        </p:nvSpPr>
        <p:spPr>
          <a:xfrm>
            <a:off x="4837600" y="1576975"/>
            <a:ext cx="2747100" cy="198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s"/>
              <a:t>Materials and Methods</a:t>
            </a:r>
            <a:endParaRPr/>
          </a:p>
        </p:txBody>
      </p:sp>
      <p:sp>
        <p:nvSpPr>
          <p:cNvPr id="140" name="Google Shape;140;p21"/>
          <p:cNvSpPr txBox="1"/>
          <p:nvPr>
            <p:ph type="ctrTitle"/>
          </p:nvPr>
        </p:nvSpPr>
        <p:spPr>
          <a:xfrm flipH="1">
            <a:off x="355600" y="2236500"/>
            <a:ext cx="3956100" cy="6705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s"/>
              <a:t>How did I solve the </a:t>
            </a:r>
            <a:r>
              <a:rPr lang="es"/>
              <a:t>problem</a:t>
            </a:r>
            <a:r>
              <a:rPr lang="es"/>
              <a: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2"/>
          <p:cNvSpPr txBox="1"/>
          <p:nvPr>
            <p:ph type="ctrTitle"/>
          </p:nvPr>
        </p:nvSpPr>
        <p:spPr>
          <a:xfrm flipH="1">
            <a:off x="-100" y="507400"/>
            <a:ext cx="9144000" cy="463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2400"/>
              <a:t>In order to answer my question, I used Naive Bayes and rpart classification models to predict what the Mental State would be depending on in-game values like Placement (1st, 2nd, 3rd, etc) and Eliminations (how many other opponents did you eliminate). Then I compared the accuracy values from both classifications to determine the effectiveness of each model in predicting Mental State.</a:t>
            </a:r>
            <a:endParaRPr sz="24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3"/>
          <p:cNvSpPr txBox="1"/>
          <p:nvPr>
            <p:ph idx="1" type="subTitle"/>
          </p:nvPr>
        </p:nvSpPr>
        <p:spPr>
          <a:xfrm>
            <a:off x="4837600" y="1576975"/>
            <a:ext cx="2747100" cy="198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s"/>
              <a:t>Results</a:t>
            </a:r>
            <a:endParaRPr/>
          </a:p>
        </p:txBody>
      </p:sp>
      <p:sp>
        <p:nvSpPr>
          <p:cNvPr id="151" name="Google Shape;151;p23"/>
          <p:cNvSpPr txBox="1"/>
          <p:nvPr>
            <p:ph type="ctrTitle"/>
          </p:nvPr>
        </p:nvSpPr>
        <p:spPr>
          <a:xfrm flipH="1">
            <a:off x="355600" y="2236500"/>
            <a:ext cx="3956100" cy="6705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s"/>
              <a:t>What did I find out?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type="ctrTitle"/>
          </p:nvPr>
        </p:nvSpPr>
        <p:spPr>
          <a:xfrm flipH="1">
            <a:off x="-100" y="507400"/>
            <a:ext cx="9144000" cy="463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2400"/>
              <a:t>In order to answer my question, I used Naive Bayes and rpart classification models to predict what the Mental State would be depending on in-game values like Placement (1st, 2nd, 3rd, etc) and Eliminations (how many other opponents did you eliminate). Then I compared the accuracy values from both classifications to determine the effectiveness of each model in predicting Mental State. The accuracy of Naive Bayes is </a:t>
            </a:r>
            <a:r>
              <a:rPr lang="es" sz="2400"/>
              <a:t>0.3888889 and the accuracy for rpart is 0.5.</a:t>
            </a:r>
            <a:endParaRPr sz="24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5"/>
          <p:cNvSpPr txBox="1"/>
          <p:nvPr>
            <p:ph idx="1" type="subTitle"/>
          </p:nvPr>
        </p:nvSpPr>
        <p:spPr>
          <a:xfrm>
            <a:off x="4837600" y="1576975"/>
            <a:ext cx="2747100" cy="198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s"/>
              <a:t>Discussion</a:t>
            </a:r>
            <a:endParaRPr/>
          </a:p>
        </p:txBody>
      </p:sp>
      <p:sp>
        <p:nvSpPr>
          <p:cNvPr id="162" name="Google Shape;162;p25"/>
          <p:cNvSpPr txBox="1"/>
          <p:nvPr>
            <p:ph type="ctrTitle"/>
          </p:nvPr>
        </p:nvSpPr>
        <p:spPr>
          <a:xfrm flipH="1">
            <a:off x="355600" y="2236500"/>
            <a:ext cx="3956100" cy="6705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s"/>
              <a:t>What does it mean?</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6"/>
          <p:cNvSpPr txBox="1"/>
          <p:nvPr>
            <p:ph type="ctrTitle"/>
          </p:nvPr>
        </p:nvSpPr>
        <p:spPr>
          <a:xfrm flipH="1">
            <a:off x="-100" y="507400"/>
            <a:ext cx="9144000" cy="463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2400"/>
              <a:t>The Naive Bayes </a:t>
            </a:r>
            <a:r>
              <a:rPr lang="es" sz="2400"/>
              <a:t>correctly</a:t>
            </a:r>
            <a:r>
              <a:rPr lang="es" sz="2400"/>
              <a:t> predicted the Mental State about 38.89% of the time on the test set. While the rpart model achieved an accuracy of 50%. Thus rpart did better to predict Mental State than Naive Bayes. However, both classifications generally had low accuracies which were either the same or below random guessing in a binary classification scenario. In other words, both models didn’t do a great job capturing the relationship between Mental State and general indicators of good performance in Fortnite (which includes Placement and Eliminations). Thus, one might go on to argue that if both classifications couldn’t get a high accuracy it might be because Mental State doesn’t actually affect how well you play Fortnite.</a:t>
            </a:r>
            <a:endParaRPr sz="24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7"/>
          <p:cNvSpPr txBox="1"/>
          <p:nvPr>
            <p:ph idx="1" type="subTitle"/>
          </p:nvPr>
        </p:nvSpPr>
        <p:spPr>
          <a:xfrm>
            <a:off x="4837600" y="1576975"/>
            <a:ext cx="2747100" cy="198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s"/>
              <a:t>Acknowledgments</a:t>
            </a:r>
            <a:endParaRPr/>
          </a:p>
        </p:txBody>
      </p:sp>
      <p:sp>
        <p:nvSpPr>
          <p:cNvPr id="173" name="Google Shape;173;p27"/>
          <p:cNvSpPr txBox="1"/>
          <p:nvPr>
            <p:ph type="ctrTitle"/>
          </p:nvPr>
        </p:nvSpPr>
        <p:spPr>
          <a:xfrm flipH="1">
            <a:off x="355600" y="2236500"/>
            <a:ext cx="3956100" cy="6705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s"/>
              <a:t>Who helped me out?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8"/>
          <p:cNvSpPr txBox="1"/>
          <p:nvPr>
            <p:ph type="ctrTitle"/>
          </p:nvPr>
        </p:nvSpPr>
        <p:spPr>
          <a:xfrm flipH="1">
            <a:off x="1841025" y="1383425"/>
            <a:ext cx="9144000" cy="46428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s" sz="1800"/>
              <a:t>Professor - Jack Mardekian</a:t>
            </a:r>
            <a:endParaRPr sz="1800"/>
          </a:p>
          <a:p>
            <a:pPr indent="0" lvl="0" marL="457200" rtl="0" algn="l">
              <a:spcBef>
                <a:spcPts val="0"/>
              </a:spcBef>
              <a:spcAft>
                <a:spcPts val="0"/>
              </a:spcAft>
              <a:buNone/>
            </a:pPr>
            <a:r>
              <a:rPr lang="es" sz="1800"/>
              <a:t>- General guidance with R code</a:t>
            </a:r>
            <a:endParaRPr sz="1800"/>
          </a:p>
          <a:p>
            <a:pPr indent="-342900" lvl="0" marL="457200" rtl="0" algn="l">
              <a:spcBef>
                <a:spcPts val="0"/>
              </a:spcBef>
              <a:spcAft>
                <a:spcPts val="0"/>
              </a:spcAft>
              <a:buSzPts val="1800"/>
              <a:buChar char="●"/>
            </a:pPr>
            <a:r>
              <a:rPr lang="es" sz="1800"/>
              <a:t>Recitation Instructor - Dev Mukesh Vora</a:t>
            </a:r>
            <a:endParaRPr sz="1800"/>
          </a:p>
          <a:p>
            <a:pPr indent="0" lvl="0" marL="457200" rtl="0" algn="l">
              <a:spcBef>
                <a:spcPts val="0"/>
              </a:spcBef>
              <a:spcAft>
                <a:spcPts val="0"/>
              </a:spcAft>
              <a:buNone/>
            </a:pPr>
            <a:r>
              <a:rPr lang="es" sz="1800"/>
              <a:t>- General guidance with R code</a:t>
            </a:r>
            <a:endParaRPr sz="1800"/>
          </a:p>
          <a:p>
            <a:pPr indent="-342900" lvl="0" marL="457200" rtl="0" algn="l">
              <a:spcBef>
                <a:spcPts val="0"/>
              </a:spcBef>
              <a:spcAft>
                <a:spcPts val="0"/>
              </a:spcAft>
              <a:buSzPts val="1800"/>
              <a:buChar char="●"/>
            </a:pPr>
            <a:r>
              <a:rPr lang="es" sz="1800"/>
              <a:t>A.I. - ChatGPT</a:t>
            </a:r>
            <a:endParaRPr sz="1800"/>
          </a:p>
          <a:p>
            <a:pPr indent="0" lvl="0" marL="457200" rtl="0" algn="l">
              <a:spcBef>
                <a:spcPts val="0"/>
              </a:spcBef>
              <a:spcAft>
                <a:spcPts val="0"/>
              </a:spcAft>
              <a:buNone/>
            </a:pPr>
            <a:r>
              <a:rPr lang="es" sz="1800"/>
              <a:t>- Gave basics of how to compare Naive Bayes and rpart accuracies</a:t>
            </a:r>
            <a:endParaRPr sz="1800"/>
          </a:p>
          <a:p>
            <a:pPr indent="0" lvl="0" marL="457200" rtl="0" algn="l">
              <a:spcBef>
                <a:spcPts val="0"/>
              </a:spcBef>
              <a:spcAft>
                <a:spcPts val="0"/>
              </a:spcAft>
              <a:buNone/>
            </a:pPr>
            <a:r>
              <a:rPr lang="es" sz="1800"/>
              <a:t>- Helped explain and summarize my code</a:t>
            </a:r>
            <a:endParaRPr sz="18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9"/>
          <p:cNvSpPr txBox="1"/>
          <p:nvPr>
            <p:ph idx="1" type="subTitle"/>
          </p:nvPr>
        </p:nvSpPr>
        <p:spPr>
          <a:xfrm>
            <a:off x="4837600" y="1576975"/>
            <a:ext cx="2747100" cy="198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s"/>
              <a:t>Literature Cited</a:t>
            </a:r>
            <a:endParaRPr/>
          </a:p>
        </p:txBody>
      </p:sp>
      <p:sp>
        <p:nvSpPr>
          <p:cNvPr id="184" name="Google Shape;184;p29"/>
          <p:cNvSpPr txBox="1"/>
          <p:nvPr>
            <p:ph type="ctrTitle"/>
          </p:nvPr>
        </p:nvSpPr>
        <p:spPr>
          <a:xfrm flipH="1">
            <a:off x="355600" y="2236500"/>
            <a:ext cx="3956100" cy="6705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s"/>
              <a:t>Whose work did I refer to?</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0"/>
          <p:cNvSpPr txBox="1"/>
          <p:nvPr>
            <p:ph type="ctrTitle"/>
          </p:nvPr>
        </p:nvSpPr>
        <p:spPr>
          <a:xfrm>
            <a:off x="1250675" y="1851425"/>
            <a:ext cx="6658800" cy="670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s"/>
              <a:t>Fortnite Statistics dataset</a:t>
            </a:r>
            <a:endParaRPr/>
          </a:p>
        </p:txBody>
      </p:sp>
      <p:sp>
        <p:nvSpPr>
          <p:cNvPr id="190" name="Google Shape;190;p30"/>
          <p:cNvSpPr txBox="1"/>
          <p:nvPr>
            <p:ph idx="1" type="subTitle"/>
          </p:nvPr>
        </p:nvSpPr>
        <p:spPr>
          <a:xfrm>
            <a:off x="1746125" y="2640475"/>
            <a:ext cx="5665500" cy="1079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 sz="1400"/>
              <a:t>By: Joakim Arvidsson</a:t>
            </a:r>
            <a:br>
              <a:rPr lang="es" sz="1400"/>
            </a:br>
            <a:r>
              <a:rPr lang="es" sz="1400"/>
              <a:t>Kaggle Link: </a:t>
            </a:r>
            <a:r>
              <a:rPr lang="es" sz="1400">
                <a:solidFill>
                  <a:schemeClr val="hlink"/>
                </a:solidFill>
                <a:uFill>
                  <a:noFill/>
                </a:uFill>
                <a:hlinkClick r:id="rId3"/>
              </a:rPr>
              <a:t>https://www.kaggle.com/datasets/joebeachcapital/fortnite-statistics</a:t>
            </a:r>
            <a:endParaRPr sz="14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1"/>
          <p:cNvSpPr txBox="1"/>
          <p:nvPr>
            <p:ph type="ctrTitle"/>
          </p:nvPr>
        </p:nvSpPr>
        <p:spPr>
          <a:xfrm flipH="1">
            <a:off x="355600" y="2236500"/>
            <a:ext cx="3956100" cy="6705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s"/>
              <a:t>Extra Information</a:t>
            </a:r>
            <a:endParaRPr/>
          </a:p>
        </p:txBody>
      </p:sp>
      <p:sp>
        <p:nvSpPr>
          <p:cNvPr id="196" name="Google Shape;196;p31"/>
          <p:cNvSpPr txBox="1"/>
          <p:nvPr>
            <p:ph idx="1" type="subTitle"/>
          </p:nvPr>
        </p:nvSpPr>
        <p:spPr>
          <a:xfrm>
            <a:off x="4837600" y="1237075"/>
            <a:ext cx="4306500" cy="979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s" u="sng"/>
              <a:t>Program File (.R)</a:t>
            </a:r>
            <a:endParaRPr u="sng"/>
          </a:p>
          <a:p>
            <a:pPr indent="0" lvl="0" marL="0" rtl="0" algn="l">
              <a:spcBef>
                <a:spcPts val="0"/>
              </a:spcBef>
              <a:spcAft>
                <a:spcPts val="0"/>
              </a:spcAft>
              <a:buNone/>
            </a:pPr>
            <a:r>
              <a:rPr lang="es">
                <a:solidFill>
                  <a:schemeClr val="hlink"/>
                </a:solidFill>
                <a:uFill>
                  <a:noFill/>
                </a:uFill>
                <a:hlinkClick r:id="rId3"/>
              </a:rPr>
              <a:t>https://drive.google.com/file/d/1PLzXsc8UxTvyU2GbAZJ6k12O1iMbQ9GZ/view?usp=share_link</a:t>
            </a:r>
            <a:endParaRPr/>
          </a:p>
        </p:txBody>
      </p:sp>
      <p:sp>
        <p:nvSpPr>
          <p:cNvPr id="197" name="Google Shape;197;p31"/>
          <p:cNvSpPr txBox="1"/>
          <p:nvPr>
            <p:ph idx="1" type="subTitle"/>
          </p:nvPr>
        </p:nvSpPr>
        <p:spPr>
          <a:xfrm>
            <a:off x="4837600" y="2907000"/>
            <a:ext cx="4306500" cy="979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s" u="sng"/>
              <a:t>Output File (.txt)</a:t>
            </a:r>
            <a:endParaRPr u="sng"/>
          </a:p>
          <a:p>
            <a:pPr indent="0" lvl="0" marL="0" rtl="0" algn="l">
              <a:spcBef>
                <a:spcPts val="0"/>
              </a:spcBef>
              <a:spcAft>
                <a:spcPts val="0"/>
              </a:spcAft>
              <a:buNone/>
            </a:pPr>
            <a:r>
              <a:rPr lang="es">
                <a:solidFill>
                  <a:schemeClr val="hlink"/>
                </a:solidFill>
                <a:uFill>
                  <a:noFill/>
                </a:uFill>
                <a:hlinkClick r:id="rId4"/>
              </a:rPr>
              <a:t>https://drive.google.com/file/d/1-XLiTNv-0q0ckp4-CNOGzzTtBdz30rIX/view?usp=share_link</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2"/>
          <p:cNvSpPr txBox="1"/>
          <p:nvPr>
            <p:ph type="ctrTitle"/>
          </p:nvPr>
        </p:nvSpPr>
        <p:spPr>
          <a:xfrm flipH="1">
            <a:off x="1375550" y="3092475"/>
            <a:ext cx="6393000" cy="670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s"/>
              <a:t>THANKS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Tech Startup by Slidesgo">
  <a:themeElements>
    <a:clrScheme name="Simple Light">
      <a:dk1>
        <a:srgbClr val="88D3CE"/>
      </a:dk1>
      <a:lt1>
        <a:srgbClr val="423864"/>
      </a:lt1>
      <a:dk2>
        <a:srgbClr val="FFFFFF"/>
      </a:dk2>
      <a:lt2>
        <a:srgbClr val="EFEFEF"/>
      </a:lt2>
      <a:accent1>
        <a:srgbClr val="D9D9D9"/>
      </a:accent1>
      <a:accent2>
        <a:srgbClr val="CCCCCC"/>
      </a:accent2>
      <a:accent3>
        <a:srgbClr val="78909C"/>
      </a:accent3>
      <a:accent4>
        <a:srgbClr val="C0FFFA"/>
      </a:accent4>
      <a:accent5>
        <a:srgbClr val="88D3CE"/>
      </a:accent5>
      <a:accent6>
        <a:srgbClr val="423864"/>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